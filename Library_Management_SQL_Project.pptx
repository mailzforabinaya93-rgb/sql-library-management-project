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7" r:id="rId2"/>
    <p:sldId id="258" r:id="rId3"/>
    <p:sldId id="263" r:id="rId4"/>
    <p:sldId id="264" r:id="rId5"/>
    <p:sldId id="265" r:id="rId6"/>
    <p:sldId id="259" r:id="rId7"/>
    <p:sldId id="260" r:id="rId8"/>
    <p:sldId id="261" r:id="rId9"/>
    <p:sldId id="262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62" d="100"/>
          <a:sy n="62" d="100"/>
        </p:scale>
        <p:origin x="33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INAYA SINGARAVELAN" userId="d682ecb6e1bab387" providerId="LiveId" clId="{786015C8-D074-49D9-BDDC-34026C1F5DA8}"/>
    <pc:docChg chg="undo custSel addSld delSld modSld">
      <pc:chgData name="ABINAYA SINGARAVELAN" userId="d682ecb6e1bab387" providerId="LiveId" clId="{786015C8-D074-49D9-BDDC-34026C1F5DA8}" dt="2025-09-30T19:40:23.247" v="3975"/>
      <pc:docMkLst>
        <pc:docMk/>
      </pc:docMkLst>
      <pc:sldChg chg="setBg">
        <pc:chgData name="ABINAYA SINGARAVELAN" userId="d682ecb6e1bab387" providerId="LiveId" clId="{786015C8-D074-49D9-BDDC-34026C1F5DA8}" dt="2025-09-30T17:53:36.356" v="3414"/>
        <pc:sldMkLst>
          <pc:docMk/>
          <pc:sldMk cId="1280566224" sldId="257"/>
        </pc:sldMkLst>
      </pc:sldChg>
      <pc:sldChg chg="addSp delSp modSp mod setBg">
        <pc:chgData name="ABINAYA SINGARAVELAN" userId="d682ecb6e1bab387" providerId="LiveId" clId="{786015C8-D074-49D9-BDDC-34026C1F5DA8}" dt="2025-09-30T17:53:36.356" v="3414"/>
        <pc:sldMkLst>
          <pc:docMk/>
          <pc:sldMk cId="3135492743" sldId="258"/>
        </pc:sldMkLst>
        <pc:spChg chg="add mod">
          <ac:chgData name="ABINAYA SINGARAVELAN" userId="d682ecb6e1bab387" providerId="LiveId" clId="{786015C8-D074-49D9-BDDC-34026C1F5DA8}" dt="2025-09-30T12:40:22.302" v="501" actId="692"/>
          <ac:spMkLst>
            <pc:docMk/>
            <pc:sldMk cId="3135492743" sldId="258"/>
            <ac:spMk id="2" creationId="{FCB24CBF-7814-C1BA-2044-C5296E7ACAC2}"/>
          </ac:spMkLst>
        </pc:spChg>
        <pc:spChg chg="add mod">
          <ac:chgData name="ABINAYA SINGARAVELAN" userId="d682ecb6e1bab387" providerId="LiveId" clId="{786015C8-D074-49D9-BDDC-34026C1F5DA8}" dt="2025-09-30T12:40:34.175" v="512" actId="692"/>
          <ac:spMkLst>
            <pc:docMk/>
            <pc:sldMk cId="3135492743" sldId="258"/>
            <ac:spMk id="3" creationId="{359A938E-EF60-53BD-5320-CDA8D204B19F}"/>
          </ac:spMkLst>
        </pc:spChg>
        <pc:spChg chg="add mod">
          <ac:chgData name="ABINAYA SINGARAVELAN" userId="d682ecb6e1bab387" providerId="LiveId" clId="{786015C8-D074-49D9-BDDC-34026C1F5DA8}" dt="2025-09-30T12:40:43.654" v="523" actId="692"/>
          <ac:spMkLst>
            <pc:docMk/>
            <pc:sldMk cId="3135492743" sldId="258"/>
            <ac:spMk id="4" creationId="{180336EA-AF80-F1CE-2E38-1D560B9802BD}"/>
          </ac:spMkLst>
        </pc:spChg>
        <pc:spChg chg="add del mod">
          <ac:chgData name="ABINAYA SINGARAVELAN" userId="d682ecb6e1bab387" providerId="LiveId" clId="{786015C8-D074-49D9-BDDC-34026C1F5DA8}" dt="2025-09-30T12:11:09.105" v="150" actId="478"/>
          <ac:spMkLst>
            <pc:docMk/>
            <pc:sldMk cId="3135492743" sldId="258"/>
            <ac:spMk id="26" creationId="{3E4E5780-C212-586B-349B-98DF6F6B2F99}"/>
          </ac:spMkLst>
        </pc:spChg>
        <pc:spChg chg="add mod">
          <ac:chgData name="ABINAYA SINGARAVELAN" userId="d682ecb6e1bab387" providerId="LiveId" clId="{786015C8-D074-49D9-BDDC-34026C1F5DA8}" dt="2025-09-30T12:21:07.423" v="229" actId="1076"/>
          <ac:spMkLst>
            <pc:docMk/>
            <pc:sldMk cId="3135492743" sldId="258"/>
            <ac:spMk id="27" creationId="{82A966D1-68F5-56F0-C263-E36FD2B43E7C}"/>
          </ac:spMkLst>
        </pc:spChg>
        <pc:spChg chg="add mod">
          <ac:chgData name="ABINAYA SINGARAVELAN" userId="d682ecb6e1bab387" providerId="LiveId" clId="{786015C8-D074-49D9-BDDC-34026C1F5DA8}" dt="2025-09-30T12:20:37.752" v="226" actId="1076"/>
          <ac:spMkLst>
            <pc:docMk/>
            <pc:sldMk cId="3135492743" sldId="258"/>
            <ac:spMk id="28" creationId="{5B959AEC-F878-966E-562B-A25681BE4ECE}"/>
          </ac:spMkLst>
        </pc:spChg>
        <pc:spChg chg="add mod">
          <ac:chgData name="ABINAYA SINGARAVELAN" userId="d682ecb6e1bab387" providerId="LiveId" clId="{786015C8-D074-49D9-BDDC-34026C1F5DA8}" dt="2025-09-30T13:21:11.574" v="850" actId="14100"/>
          <ac:spMkLst>
            <pc:docMk/>
            <pc:sldMk cId="3135492743" sldId="258"/>
            <ac:spMk id="29" creationId="{00ECEDF2-3641-E667-A3BD-AFFAA4A82E65}"/>
          </ac:spMkLst>
        </pc:spChg>
        <pc:spChg chg="add mod">
          <ac:chgData name="ABINAYA SINGARAVELAN" userId="d682ecb6e1bab387" providerId="LiveId" clId="{786015C8-D074-49D9-BDDC-34026C1F5DA8}" dt="2025-09-30T12:41:42.514" v="589" actId="692"/>
          <ac:spMkLst>
            <pc:docMk/>
            <pc:sldMk cId="3135492743" sldId="258"/>
            <ac:spMk id="30" creationId="{0943DE9B-CC9A-07FB-1628-328E30C28A1B}"/>
          </ac:spMkLst>
        </pc:spChg>
        <pc:spChg chg="add mod">
          <ac:chgData name="ABINAYA SINGARAVELAN" userId="d682ecb6e1bab387" providerId="LiveId" clId="{786015C8-D074-49D9-BDDC-34026C1F5DA8}" dt="2025-09-30T12:41:49.639" v="600" actId="692"/>
          <ac:spMkLst>
            <pc:docMk/>
            <pc:sldMk cId="3135492743" sldId="258"/>
            <ac:spMk id="31" creationId="{DBE4C1D8-12AF-8389-488B-131A32385359}"/>
          </ac:spMkLst>
        </pc:spChg>
        <pc:spChg chg="add mod">
          <ac:chgData name="ABINAYA SINGARAVELAN" userId="d682ecb6e1bab387" providerId="LiveId" clId="{786015C8-D074-49D9-BDDC-34026C1F5DA8}" dt="2025-09-30T12:23:28.152" v="251" actId="14100"/>
          <ac:spMkLst>
            <pc:docMk/>
            <pc:sldMk cId="3135492743" sldId="258"/>
            <ac:spMk id="51" creationId="{316D9A99-9002-7F05-84B1-4717DA2C23D4}"/>
          </ac:spMkLst>
        </pc:spChg>
        <pc:spChg chg="add mod">
          <ac:chgData name="ABINAYA SINGARAVELAN" userId="d682ecb6e1bab387" providerId="LiveId" clId="{786015C8-D074-49D9-BDDC-34026C1F5DA8}" dt="2025-09-30T12:28:03.370" v="288" actId="14100"/>
          <ac:spMkLst>
            <pc:docMk/>
            <pc:sldMk cId="3135492743" sldId="258"/>
            <ac:spMk id="52" creationId="{CC4A91AD-EC19-CCA5-12C1-E56FFF89E3CA}"/>
          </ac:spMkLst>
        </pc:spChg>
        <pc:spChg chg="add mod">
          <ac:chgData name="ABINAYA SINGARAVELAN" userId="d682ecb6e1bab387" providerId="LiveId" clId="{786015C8-D074-49D9-BDDC-34026C1F5DA8}" dt="2025-09-30T12:40:54.845" v="534" actId="692"/>
          <ac:spMkLst>
            <pc:docMk/>
            <pc:sldMk cId="3135492743" sldId="258"/>
            <ac:spMk id="53" creationId="{B5555DC0-0905-7FB1-31AB-585F57B3C4F9}"/>
          </ac:spMkLst>
        </pc:spChg>
        <pc:spChg chg="add mod">
          <ac:chgData name="ABINAYA SINGARAVELAN" userId="d682ecb6e1bab387" providerId="LiveId" clId="{786015C8-D074-49D9-BDDC-34026C1F5DA8}" dt="2025-09-30T12:41:03.785" v="545" actId="692"/>
          <ac:spMkLst>
            <pc:docMk/>
            <pc:sldMk cId="3135492743" sldId="258"/>
            <ac:spMk id="54" creationId="{68C27CE3-E81F-DE51-657C-812CE37723F2}"/>
          </ac:spMkLst>
        </pc:spChg>
        <pc:spChg chg="add mod">
          <ac:chgData name="ABINAYA SINGARAVELAN" userId="d682ecb6e1bab387" providerId="LiveId" clId="{786015C8-D074-49D9-BDDC-34026C1F5DA8}" dt="2025-09-30T12:30:44.152" v="312" actId="14100"/>
          <ac:spMkLst>
            <pc:docMk/>
            <pc:sldMk cId="3135492743" sldId="258"/>
            <ac:spMk id="61" creationId="{31072209-1361-3FCB-2B5F-113F1BE402FC}"/>
          </ac:spMkLst>
        </pc:spChg>
        <pc:spChg chg="add mod">
          <ac:chgData name="ABINAYA SINGARAVELAN" userId="d682ecb6e1bab387" providerId="LiveId" clId="{786015C8-D074-49D9-BDDC-34026C1F5DA8}" dt="2025-09-30T12:31:17.300" v="320" actId="255"/>
          <ac:spMkLst>
            <pc:docMk/>
            <pc:sldMk cId="3135492743" sldId="258"/>
            <ac:spMk id="62" creationId="{679B775A-C6B4-B3BE-794B-F1F42BF80AD8}"/>
          </ac:spMkLst>
        </pc:spChg>
        <pc:spChg chg="add mod">
          <ac:chgData name="ABINAYA SINGARAVELAN" userId="d682ecb6e1bab387" providerId="LiveId" clId="{786015C8-D074-49D9-BDDC-34026C1F5DA8}" dt="2025-09-30T12:41:26.750" v="578" actId="692"/>
          <ac:spMkLst>
            <pc:docMk/>
            <pc:sldMk cId="3135492743" sldId="258"/>
            <ac:spMk id="63" creationId="{3C61C05C-57FD-34E2-B454-360289F6E1F4}"/>
          </ac:spMkLst>
        </pc:spChg>
        <pc:spChg chg="add mod">
          <ac:chgData name="ABINAYA SINGARAVELAN" userId="d682ecb6e1bab387" providerId="LiveId" clId="{786015C8-D074-49D9-BDDC-34026C1F5DA8}" dt="2025-09-30T12:33:39.493" v="345" actId="1076"/>
          <ac:spMkLst>
            <pc:docMk/>
            <pc:sldMk cId="3135492743" sldId="258"/>
            <ac:spMk id="1024" creationId="{DD025597-D3F4-C806-6F56-3A161C5D7373}"/>
          </ac:spMkLst>
        </pc:spChg>
        <pc:spChg chg="add mod">
          <ac:chgData name="ABINAYA SINGARAVELAN" userId="d682ecb6e1bab387" providerId="LiveId" clId="{786015C8-D074-49D9-BDDC-34026C1F5DA8}" dt="2025-09-30T12:41:11.472" v="556" actId="692"/>
          <ac:spMkLst>
            <pc:docMk/>
            <pc:sldMk cId="3135492743" sldId="258"/>
            <ac:spMk id="1026" creationId="{3D4855D1-44CB-E24D-0FB2-DE459DAE5EB1}"/>
          </ac:spMkLst>
        </pc:spChg>
        <pc:spChg chg="add mod">
          <ac:chgData name="ABINAYA SINGARAVELAN" userId="d682ecb6e1bab387" providerId="LiveId" clId="{786015C8-D074-49D9-BDDC-34026C1F5DA8}" dt="2025-09-30T12:41:18.652" v="567" actId="692"/>
          <ac:spMkLst>
            <pc:docMk/>
            <pc:sldMk cId="3135492743" sldId="258"/>
            <ac:spMk id="1027" creationId="{FD7DAA71-4F90-4912-419E-5ECCF85181EF}"/>
          </ac:spMkLst>
        </pc:spChg>
        <pc:spChg chg="add mod">
          <ac:chgData name="ABINAYA SINGARAVELAN" userId="d682ecb6e1bab387" providerId="LiveId" clId="{786015C8-D074-49D9-BDDC-34026C1F5DA8}" dt="2025-09-30T12:42:28.951" v="609" actId="14100"/>
          <ac:spMkLst>
            <pc:docMk/>
            <pc:sldMk cId="3135492743" sldId="258"/>
            <ac:spMk id="1038" creationId="{9F0A2CB5-601F-9848-2C09-2C0719CD0812}"/>
          </ac:spMkLst>
        </pc:spChg>
        <pc:spChg chg="add mod">
          <ac:chgData name="ABINAYA SINGARAVELAN" userId="d682ecb6e1bab387" providerId="LiveId" clId="{786015C8-D074-49D9-BDDC-34026C1F5DA8}" dt="2025-09-30T12:43:27.150" v="622" actId="14100"/>
          <ac:spMkLst>
            <pc:docMk/>
            <pc:sldMk cId="3135492743" sldId="258"/>
            <ac:spMk id="1039" creationId="{5C3BEC84-19FD-03B5-F04A-6F59CA982A5E}"/>
          </ac:spMkLst>
        </pc:spChg>
        <pc:spChg chg="add del mod">
          <ac:chgData name="ABINAYA SINGARAVELAN" userId="d682ecb6e1bab387" providerId="LiveId" clId="{786015C8-D074-49D9-BDDC-34026C1F5DA8}" dt="2025-09-30T12:45:37.030" v="666" actId="115"/>
          <ac:spMkLst>
            <pc:docMk/>
            <pc:sldMk cId="3135492743" sldId="258"/>
            <ac:spMk id="1040" creationId="{D321F224-7C77-6F67-7E7C-0ED9A4298A96}"/>
          </ac:spMkLst>
        </pc:spChg>
        <pc:picChg chg="del mod">
          <ac:chgData name="ABINAYA SINGARAVELAN" userId="d682ecb6e1bab387" providerId="LiveId" clId="{786015C8-D074-49D9-BDDC-34026C1F5DA8}" dt="2025-09-30T12:43:47.639" v="623" actId="478"/>
          <ac:picMkLst>
            <pc:docMk/>
            <pc:sldMk cId="3135492743" sldId="258"/>
            <ac:picMk id="1025" creationId="{CEA41F83-54BA-7F0A-0DC2-51AFF0E3B1C1}"/>
          </ac:picMkLst>
        </pc:picChg>
        <pc:cxnChg chg="add del mod">
          <ac:chgData name="ABINAYA SINGARAVELAN" userId="d682ecb6e1bab387" providerId="LiveId" clId="{786015C8-D074-49D9-BDDC-34026C1F5DA8}" dt="2025-09-30T12:06:36.712" v="118" actId="478"/>
          <ac:cxnSpMkLst>
            <pc:docMk/>
            <pc:sldMk cId="3135492743" sldId="258"/>
            <ac:cxnSpMk id="7" creationId="{30C7B51F-36E5-63A7-C078-57DFA0EEF873}"/>
          </ac:cxnSpMkLst>
        </pc:cxnChg>
        <pc:cxnChg chg="add del mod">
          <ac:chgData name="ABINAYA SINGARAVELAN" userId="d682ecb6e1bab387" providerId="LiveId" clId="{786015C8-D074-49D9-BDDC-34026C1F5DA8}" dt="2025-09-30T12:07:29.606" v="123" actId="478"/>
          <ac:cxnSpMkLst>
            <pc:docMk/>
            <pc:sldMk cId="3135492743" sldId="258"/>
            <ac:cxnSpMk id="9" creationId="{36FE9642-1252-8BD2-516D-BAC9C68D432B}"/>
          </ac:cxnSpMkLst>
        </pc:cxnChg>
        <pc:cxnChg chg="add del mod">
          <ac:chgData name="ABINAYA SINGARAVELAN" userId="d682ecb6e1bab387" providerId="LiveId" clId="{786015C8-D074-49D9-BDDC-34026C1F5DA8}" dt="2025-09-30T12:08:02.544" v="129" actId="478"/>
          <ac:cxnSpMkLst>
            <pc:docMk/>
            <pc:sldMk cId="3135492743" sldId="258"/>
            <ac:cxnSpMk id="11" creationId="{6678BA88-682F-CDBE-6083-AF10A122E277}"/>
          </ac:cxnSpMkLst>
        </pc:cxnChg>
        <pc:cxnChg chg="add del mod">
          <ac:chgData name="ABINAYA SINGARAVELAN" userId="d682ecb6e1bab387" providerId="LiveId" clId="{786015C8-D074-49D9-BDDC-34026C1F5DA8}" dt="2025-09-30T12:09:12.855" v="140" actId="478"/>
          <ac:cxnSpMkLst>
            <pc:docMk/>
            <pc:sldMk cId="3135492743" sldId="258"/>
            <ac:cxnSpMk id="14" creationId="{5C5754C2-1DEF-6863-100A-04F3CE06481C}"/>
          </ac:cxnSpMkLst>
        </pc:cxnChg>
        <pc:cxnChg chg="add mod">
          <ac:chgData name="ABINAYA SINGARAVELAN" userId="d682ecb6e1bab387" providerId="LiveId" clId="{786015C8-D074-49D9-BDDC-34026C1F5DA8}" dt="2025-09-30T12:40:04.119" v="490" actId="692"/>
          <ac:cxnSpMkLst>
            <pc:docMk/>
            <pc:sldMk cId="3135492743" sldId="258"/>
            <ac:cxnSpMk id="18" creationId="{1CDE2467-E769-3F79-4282-774438463D0D}"/>
          </ac:cxnSpMkLst>
        </pc:cxnChg>
        <pc:cxnChg chg="add del mod">
          <ac:chgData name="ABINAYA SINGARAVELAN" userId="d682ecb6e1bab387" providerId="LiveId" clId="{786015C8-D074-49D9-BDDC-34026C1F5DA8}" dt="2025-09-30T12:10:21.277" v="147" actId="478"/>
          <ac:cxnSpMkLst>
            <pc:docMk/>
            <pc:sldMk cId="3135492743" sldId="258"/>
            <ac:cxnSpMk id="21" creationId="{A911738C-6735-4CCC-3E3B-1A7BFE77CF90}"/>
          </ac:cxnSpMkLst>
        </pc:cxnChg>
        <pc:cxnChg chg="add del">
          <ac:chgData name="ABINAYA SINGARAVELAN" userId="d682ecb6e1bab387" providerId="LiveId" clId="{786015C8-D074-49D9-BDDC-34026C1F5DA8}" dt="2025-09-30T12:10:16.608" v="146" actId="478"/>
          <ac:cxnSpMkLst>
            <pc:docMk/>
            <pc:sldMk cId="3135492743" sldId="258"/>
            <ac:cxnSpMk id="23" creationId="{B312A0D7-A2E3-11B4-019B-EBF00AAEBCDC}"/>
          </ac:cxnSpMkLst>
        </pc:cxnChg>
        <pc:cxnChg chg="add mod">
          <ac:chgData name="ABINAYA SINGARAVELAN" userId="d682ecb6e1bab387" providerId="LiveId" clId="{786015C8-D074-49D9-BDDC-34026C1F5DA8}" dt="2025-09-30T12:38:37.092" v="391" actId="692"/>
          <ac:cxnSpMkLst>
            <pc:docMk/>
            <pc:sldMk cId="3135492743" sldId="258"/>
            <ac:cxnSpMk id="25" creationId="{91460D2D-C6DA-9F8E-AA29-A52ACEE3FD6F}"/>
          </ac:cxnSpMkLst>
        </pc:cxnChg>
        <pc:cxnChg chg="add mod">
          <ac:chgData name="ABINAYA SINGARAVELAN" userId="d682ecb6e1bab387" providerId="LiveId" clId="{786015C8-D074-49D9-BDDC-34026C1F5DA8}" dt="2025-09-30T12:39:33.320" v="462" actId="692"/>
          <ac:cxnSpMkLst>
            <pc:docMk/>
            <pc:sldMk cId="3135492743" sldId="258"/>
            <ac:cxnSpMk id="47" creationId="{5FF748F0-71E6-6AD0-1C79-305BFB1E3B3F}"/>
          </ac:cxnSpMkLst>
        </pc:cxnChg>
        <pc:cxnChg chg="add mod">
          <ac:chgData name="ABINAYA SINGARAVELAN" userId="d682ecb6e1bab387" providerId="LiveId" clId="{786015C8-D074-49D9-BDDC-34026C1F5DA8}" dt="2025-09-30T12:39:51.057" v="475" actId="692"/>
          <ac:cxnSpMkLst>
            <pc:docMk/>
            <pc:sldMk cId="3135492743" sldId="258"/>
            <ac:cxnSpMk id="50" creationId="{E720313B-7B5B-8206-C248-B8CE0D61A645}"/>
          </ac:cxnSpMkLst>
        </pc:cxnChg>
        <pc:cxnChg chg="add del mod">
          <ac:chgData name="ABINAYA SINGARAVELAN" userId="d682ecb6e1bab387" providerId="LiveId" clId="{786015C8-D074-49D9-BDDC-34026C1F5DA8}" dt="2025-09-30T12:28:49.166" v="295" actId="478"/>
          <ac:cxnSpMkLst>
            <pc:docMk/>
            <pc:sldMk cId="3135492743" sldId="258"/>
            <ac:cxnSpMk id="56" creationId="{F0B5F1FA-9D94-FE52-DBBE-F087557BD812}"/>
          </ac:cxnSpMkLst>
        </pc:cxnChg>
        <pc:cxnChg chg="add mod">
          <ac:chgData name="ABINAYA SINGARAVELAN" userId="d682ecb6e1bab387" providerId="LiveId" clId="{786015C8-D074-49D9-BDDC-34026C1F5DA8}" dt="2025-09-30T12:38:51.559" v="410" actId="692"/>
          <ac:cxnSpMkLst>
            <pc:docMk/>
            <pc:sldMk cId="3135492743" sldId="258"/>
            <ac:cxnSpMk id="58" creationId="{3140D3C9-2895-2A38-90E0-C3DA5F774D60}"/>
          </ac:cxnSpMkLst>
        </pc:cxnChg>
        <pc:cxnChg chg="add mod">
          <ac:chgData name="ABINAYA SINGARAVELAN" userId="d682ecb6e1bab387" providerId="LiveId" clId="{786015C8-D074-49D9-BDDC-34026C1F5DA8}" dt="2025-09-30T12:39:01.016" v="423" actId="692"/>
          <ac:cxnSpMkLst>
            <pc:docMk/>
            <pc:sldMk cId="3135492743" sldId="258"/>
            <ac:cxnSpMk id="60" creationId="{B5B2948D-4203-6071-D27C-47E2E1606388}"/>
          </ac:cxnSpMkLst>
        </pc:cxnChg>
        <pc:cxnChg chg="add mod">
          <ac:chgData name="ABINAYA SINGARAVELAN" userId="d682ecb6e1bab387" providerId="LiveId" clId="{786015C8-D074-49D9-BDDC-34026C1F5DA8}" dt="2025-09-30T12:35:10.246" v="355" actId="13822"/>
          <ac:cxnSpMkLst>
            <pc:docMk/>
            <pc:sldMk cId="3135492743" sldId="258"/>
            <ac:cxnSpMk id="1029" creationId="{16AEDAAD-32FF-FE0E-23C9-7AE2423A23E3}"/>
          </ac:cxnSpMkLst>
        </pc:cxnChg>
        <pc:cxnChg chg="add del mod">
          <ac:chgData name="ABINAYA SINGARAVELAN" userId="d682ecb6e1bab387" providerId="LiveId" clId="{786015C8-D074-49D9-BDDC-34026C1F5DA8}" dt="2025-09-30T12:35:19.483" v="357" actId="478"/>
          <ac:cxnSpMkLst>
            <pc:docMk/>
            <pc:sldMk cId="3135492743" sldId="258"/>
            <ac:cxnSpMk id="1031" creationId="{75AE6445-BAF6-F89E-2CDC-6BE1CF6ECA72}"/>
          </ac:cxnSpMkLst>
        </pc:cxnChg>
        <pc:cxnChg chg="add del mod">
          <ac:chgData name="ABINAYA SINGARAVELAN" userId="d682ecb6e1bab387" providerId="LiveId" clId="{786015C8-D074-49D9-BDDC-34026C1F5DA8}" dt="2025-09-30T12:35:36.287" v="359" actId="478"/>
          <ac:cxnSpMkLst>
            <pc:docMk/>
            <pc:sldMk cId="3135492743" sldId="258"/>
            <ac:cxnSpMk id="1033" creationId="{4A677385-81A0-BD44-BCC9-DE6D7B747862}"/>
          </ac:cxnSpMkLst>
        </pc:cxnChg>
        <pc:cxnChg chg="add mod">
          <ac:chgData name="ABINAYA SINGARAVELAN" userId="d682ecb6e1bab387" providerId="LiveId" clId="{786015C8-D074-49D9-BDDC-34026C1F5DA8}" dt="2025-09-30T12:39:23.531" v="449" actId="692"/>
          <ac:cxnSpMkLst>
            <pc:docMk/>
            <pc:sldMk cId="3135492743" sldId="258"/>
            <ac:cxnSpMk id="1035" creationId="{704C793D-A8A8-EC3F-A0A9-FBAC2D6A3D21}"/>
          </ac:cxnSpMkLst>
        </pc:cxnChg>
        <pc:cxnChg chg="add mod">
          <ac:chgData name="ABINAYA SINGARAVELAN" userId="d682ecb6e1bab387" providerId="LiveId" clId="{786015C8-D074-49D9-BDDC-34026C1F5DA8}" dt="2025-09-30T12:39:11.617" v="436" actId="692"/>
          <ac:cxnSpMkLst>
            <pc:docMk/>
            <pc:sldMk cId="3135492743" sldId="258"/>
            <ac:cxnSpMk id="1037" creationId="{8BFCBB92-C79B-FB5F-DA3F-AA3E84C5C9C4}"/>
          </ac:cxnSpMkLst>
        </pc:cxnChg>
      </pc:sldChg>
      <pc:sldChg chg="new del">
        <pc:chgData name="ABINAYA SINGARAVELAN" userId="d682ecb6e1bab387" providerId="LiveId" clId="{786015C8-D074-49D9-BDDC-34026C1F5DA8}" dt="2025-09-30T12:48:01.776" v="670" actId="47"/>
        <pc:sldMkLst>
          <pc:docMk/>
          <pc:sldMk cId="1222515757" sldId="259"/>
        </pc:sldMkLst>
      </pc:sldChg>
      <pc:sldChg chg="addSp delSp modSp new mod setBg">
        <pc:chgData name="ABINAYA SINGARAVELAN" userId="d682ecb6e1bab387" providerId="LiveId" clId="{786015C8-D074-49D9-BDDC-34026C1F5DA8}" dt="2025-09-30T17:53:36.356" v="3414"/>
        <pc:sldMkLst>
          <pc:docMk/>
          <pc:sldMk cId="2978451249" sldId="259"/>
        </pc:sldMkLst>
        <pc:spChg chg="del">
          <ac:chgData name="ABINAYA SINGARAVELAN" userId="d682ecb6e1bab387" providerId="LiveId" clId="{786015C8-D074-49D9-BDDC-34026C1F5DA8}" dt="2025-09-30T12:48:55.632" v="678" actId="478"/>
          <ac:spMkLst>
            <pc:docMk/>
            <pc:sldMk cId="2978451249" sldId="259"/>
            <ac:spMk id="2" creationId="{00F4923A-6A15-1AFD-931E-F1683B6CD0D9}"/>
          </ac:spMkLst>
        </pc:spChg>
        <pc:spChg chg="del mod">
          <ac:chgData name="ABINAYA SINGARAVELAN" userId="d682ecb6e1bab387" providerId="LiveId" clId="{786015C8-D074-49D9-BDDC-34026C1F5DA8}" dt="2025-09-30T12:49:03.505" v="680" actId="478"/>
          <ac:spMkLst>
            <pc:docMk/>
            <pc:sldMk cId="2978451249" sldId="259"/>
            <ac:spMk id="3" creationId="{9AF659E7-B7B9-6E5F-E337-56279179960B}"/>
          </ac:spMkLst>
        </pc:spChg>
        <pc:spChg chg="add mod">
          <ac:chgData name="ABINAYA SINGARAVELAN" userId="d682ecb6e1bab387" providerId="LiveId" clId="{786015C8-D074-49D9-BDDC-34026C1F5DA8}" dt="2025-09-30T14:12:48.466" v="1272" actId="20577"/>
          <ac:spMkLst>
            <pc:docMk/>
            <pc:sldMk cId="2978451249" sldId="259"/>
            <ac:spMk id="5" creationId="{92BCC35F-3A1F-C452-47E7-DD8A71E613C2}"/>
          </ac:spMkLst>
        </pc:spChg>
        <pc:spChg chg="add mod">
          <ac:chgData name="ABINAYA SINGARAVELAN" userId="d682ecb6e1bab387" providerId="LiveId" clId="{786015C8-D074-49D9-BDDC-34026C1F5DA8}" dt="2025-09-30T13:21:53.085" v="854" actId="255"/>
          <ac:spMkLst>
            <pc:docMk/>
            <pc:sldMk cId="2978451249" sldId="259"/>
            <ac:spMk id="6" creationId="{FB736C9C-EFDB-41F5-9A32-EF55B4B1C8AB}"/>
          </ac:spMkLst>
        </pc:spChg>
        <pc:spChg chg="add mod">
          <ac:chgData name="ABINAYA SINGARAVELAN" userId="d682ecb6e1bab387" providerId="LiveId" clId="{786015C8-D074-49D9-BDDC-34026C1F5DA8}" dt="2025-09-30T13:32:46.288" v="886" actId="20577"/>
          <ac:spMkLst>
            <pc:docMk/>
            <pc:sldMk cId="2978451249" sldId="259"/>
            <ac:spMk id="8" creationId="{C9EE5EEF-F71B-F929-1D53-4A0A403EDD86}"/>
          </ac:spMkLst>
        </pc:spChg>
        <pc:graphicFrameChg chg="add mod">
          <ac:chgData name="ABINAYA SINGARAVELAN" userId="d682ecb6e1bab387" providerId="LiveId" clId="{786015C8-D074-49D9-BDDC-34026C1F5DA8}" dt="2025-09-30T13:53:05.614" v="1118" actId="692"/>
          <ac:graphicFrameMkLst>
            <pc:docMk/>
            <pc:sldMk cId="2978451249" sldId="259"/>
            <ac:graphicFrameMk id="4" creationId="{B6BBC527-A992-14F4-3067-56139B911D6C}"/>
          </ac:graphicFrameMkLst>
        </pc:graphicFrameChg>
        <pc:graphicFrameChg chg="add mod">
          <ac:chgData name="ABINAYA SINGARAVELAN" userId="d682ecb6e1bab387" providerId="LiveId" clId="{786015C8-D074-49D9-BDDC-34026C1F5DA8}" dt="2025-09-30T13:53:17.435" v="1128" actId="692"/>
          <ac:graphicFrameMkLst>
            <pc:docMk/>
            <pc:sldMk cId="2978451249" sldId="259"/>
            <ac:graphicFrameMk id="7" creationId="{9C5D4EB1-F70E-C7FD-6CA2-AA77425A6706}"/>
          </ac:graphicFrameMkLst>
        </pc:graphicFrameChg>
      </pc:sldChg>
      <pc:sldChg chg="new del">
        <pc:chgData name="ABINAYA SINGARAVELAN" userId="d682ecb6e1bab387" providerId="LiveId" clId="{786015C8-D074-49D9-BDDC-34026C1F5DA8}" dt="2025-09-30T12:47:39.450" v="668" actId="47"/>
        <pc:sldMkLst>
          <pc:docMk/>
          <pc:sldMk cId="4107144803" sldId="259"/>
        </pc:sldMkLst>
      </pc:sldChg>
      <pc:sldChg chg="addSp delSp modSp new mod setBg">
        <pc:chgData name="ABINAYA SINGARAVELAN" userId="d682ecb6e1bab387" providerId="LiveId" clId="{786015C8-D074-49D9-BDDC-34026C1F5DA8}" dt="2025-09-30T17:53:36.356" v="3414"/>
        <pc:sldMkLst>
          <pc:docMk/>
          <pc:sldMk cId="3847989635" sldId="260"/>
        </pc:sldMkLst>
        <pc:spChg chg="del">
          <ac:chgData name="ABINAYA SINGARAVELAN" userId="d682ecb6e1bab387" providerId="LiveId" clId="{786015C8-D074-49D9-BDDC-34026C1F5DA8}" dt="2025-09-30T13:32:20.628" v="881" actId="478"/>
          <ac:spMkLst>
            <pc:docMk/>
            <pc:sldMk cId="3847989635" sldId="260"/>
            <ac:spMk id="2" creationId="{7677D7AF-2826-19A4-1A2E-07AD698A2E6E}"/>
          </ac:spMkLst>
        </pc:spChg>
        <pc:spChg chg="del">
          <ac:chgData name="ABINAYA SINGARAVELAN" userId="d682ecb6e1bab387" providerId="LiveId" clId="{786015C8-D074-49D9-BDDC-34026C1F5DA8}" dt="2025-09-30T13:32:24.016" v="882" actId="478"/>
          <ac:spMkLst>
            <pc:docMk/>
            <pc:sldMk cId="3847989635" sldId="260"/>
            <ac:spMk id="3" creationId="{5566EE83-383B-BB37-C2D1-ADC1B0CD127F}"/>
          </ac:spMkLst>
        </pc:spChg>
        <pc:spChg chg="add del mod">
          <ac:chgData name="ABINAYA SINGARAVELAN" userId="d682ecb6e1bab387" providerId="LiveId" clId="{786015C8-D074-49D9-BDDC-34026C1F5DA8}" dt="2025-09-30T13:52:18.966" v="1096" actId="2085"/>
          <ac:spMkLst>
            <pc:docMk/>
            <pc:sldMk cId="3847989635" sldId="260"/>
            <ac:spMk id="9" creationId="{7D8598D1-91C5-15B8-901A-867E0729B472}"/>
          </ac:spMkLst>
        </pc:spChg>
        <pc:spChg chg="add mod">
          <ac:chgData name="ABINAYA SINGARAVELAN" userId="d682ecb6e1bab387" providerId="LiveId" clId="{786015C8-D074-49D9-BDDC-34026C1F5DA8}" dt="2025-09-30T13:54:26.607" v="1147" actId="14100"/>
          <ac:spMkLst>
            <pc:docMk/>
            <pc:sldMk cId="3847989635" sldId="260"/>
            <ac:spMk id="11" creationId="{A77B4504-E778-5963-F422-4B78E03A6697}"/>
          </ac:spMkLst>
        </pc:spChg>
        <pc:graphicFrameChg chg="add del mod modGraphic">
          <ac:chgData name="ABINAYA SINGARAVELAN" userId="d682ecb6e1bab387" providerId="LiveId" clId="{786015C8-D074-49D9-BDDC-34026C1F5DA8}" dt="2025-09-30T13:40:04.863" v="893" actId="21"/>
          <ac:graphicFrameMkLst>
            <pc:docMk/>
            <pc:sldMk cId="3847989635" sldId="260"/>
            <ac:graphicFrameMk id="4" creationId="{F235E9E9-0248-94E8-F107-A0E621F7D092}"/>
          </ac:graphicFrameMkLst>
        </pc:graphicFrameChg>
        <pc:graphicFrameChg chg="add del mod modGraphic">
          <ac:chgData name="ABINAYA SINGARAVELAN" userId="d682ecb6e1bab387" providerId="LiveId" clId="{786015C8-D074-49D9-BDDC-34026C1F5DA8}" dt="2025-09-30T13:41:21.410" v="999" actId="478"/>
          <ac:graphicFrameMkLst>
            <pc:docMk/>
            <pc:sldMk cId="3847989635" sldId="260"/>
            <ac:graphicFrameMk id="5" creationId="{72E80B89-FEB2-2223-220D-F5189783CA58}"/>
          </ac:graphicFrameMkLst>
        </pc:graphicFrameChg>
        <pc:graphicFrameChg chg="add del mod modGraphic">
          <ac:chgData name="ABINAYA SINGARAVELAN" userId="d682ecb6e1bab387" providerId="LiveId" clId="{786015C8-D074-49D9-BDDC-34026C1F5DA8}" dt="2025-09-30T13:43:29.460" v="1006" actId="478"/>
          <ac:graphicFrameMkLst>
            <pc:docMk/>
            <pc:sldMk cId="3847989635" sldId="260"/>
            <ac:graphicFrameMk id="6" creationId="{034A1EE4-365B-C083-9E7D-AF712B173861}"/>
          </ac:graphicFrameMkLst>
        </pc:graphicFrameChg>
        <pc:graphicFrameChg chg="add del mod">
          <ac:chgData name="ABINAYA SINGARAVELAN" userId="d682ecb6e1bab387" providerId="LiveId" clId="{786015C8-D074-49D9-BDDC-34026C1F5DA8}" dt="2025-09-30T13:43:33.768" v="1008" actId="478"/>
          <ac:graphicFrameMkLst>
            <pc:docMk/>
            <pc:sldMk cId="3847989635" sldId="260"/>
            <ac:graphicFrameMk id="7" creationId="{BD796A4A-56FC-4550-9C95-FB750547E094}"/>
          </ac:graphicFrameMkLst>
        </pc:graphicFrameChg>
        <pc:graphicFrameChg chg="add mod">
          <ac:chgData name="ABINAYA SINGARAVELAN" userId="d682ecb6e1bab387" providerId="LiveId" clId="{786015C8-D074-49D9-BDDC-34026C1F5DA8}" dt="2025-09-30T13:52:48.529" v="1108" actId="692"/>
          <ac:graphicFrameMkLst>
            <pc:docMk/>
            <pc:sldMk cId="3847989635" sldId="260"/>
            <ac:graphicFrameMk id="10" creationId="{58B7871C-45F3-961D-8BC7-E2A63A1C95B7}"/>
          </ac:graphicFrameMkLst>
        </pc:graphicFrameChg>
        <pc:picChg chg="add mod">
          <ac:chgData name="ABINAYA SINGARAVELAN" userId="d682ecb6e1bab387" providerId="LiveId" clId="{786015C8-D074-49D9-BDDC-34026C1F5DA8}" dt="2025-09-30T13:52:20.856" v="1097" actId="1076"/>
          <ac:picMkLst>
            <pc:docMk/>
            <pc:sldMk cId="3847989635" sldId="260"/>
            <ac:picMk id="8" creationId="{71DA1508-7280-84CB-1FAB-3DDA9F932E95}"/>
          </ac:picMkLst>
        </pc:picChg>
      </pc:sldChg>
      <pc:sldChg chg="addSp delSp modSp new mod setBg">
        <pc:chgData name="ABINAYA SINGARAVELAN" userId="d682ecb6e1bab387" providerId="LiveId" clId="{786015C8-D074-49D9-BDDC-34026C1F5DA8}" dt="2025-09-30T17:53:36.356" v="3414"/>
        <pc:sldMkLst>
          <pc:docMk/>
          <pc:sldMk cId="2721911338" sldId="261"/>
        </pc:sldMkLst>
        <pc:spChg chg="del">
          <ac:chgData name="ABINAYA SINGARAVELAN" userId="d682ecb6e1bab387" providerId="LiveId" clId="{786015C8-D074-49D9-BDDC-34026C1F5DA8}" dt="2025-09-30T13:54:54.550" v="1149" actId="478"/>
          <ac:spMkLst>
            <pc:docMk/>
            <pc:sldMk cId="2721911338" sldId="261"/>
            <ac:spMk id="2" creationId="{94E41C94-B792-1541-55CD-D39F4CFE3C6A}"/>
          </ac:spMkLst>
        </pc:spChg>
        <pc:spChg chg="del">
          <ac:chgData name="ABINAYA SINGARAVELAN" userId="d682ecb6e1bab387" providerId="LiveId" clId="{786015C8-D074-49D9-BDDC-34026C1F5DA8}" dt="2025-09-30T13:55:04.027" v="1150" actId="478"/>
          <ac:spMkLst>
            <pc:docMk/>
            <pc:sldMk cId="2721911338" sldId="261"/>
            <ac:spMk id="3" creationId="{4B60DFDF-C83C-139A-E3F1-542CC4CD83E6}"/>
          </ac:spMkLst>
        </pc:spChg>
        <pc:spChg chg="add mod">
          <ac:chgData name="ABINAYA SINGARAVELAN" userId="d682ecb6e1bab387" providerId="LiveId" clId="{786015C8-D074-49D9-BDDC-34026C1F5DA8}" dt="2025-09-30T14:03:02.681" v="1187" actId="255"/>
          <ac:spMkLst>
            <pc:docMk/>
            <pc:sldMk cId="2721911338" sldId="261"/>
            <ac:spMk id="5" creationId="{635D18E7-EE23-A225-BE0A-B1954C2DAA0B}"/>
          </ac:spMkLst>
        </pc:spChg>
        <pc:spChg chg="add del mod">
          <ac:chgData name="ABINAYA SINGARAVELAN" userId="d682ecb6e1bab387" providerId="LiveId" clId="{786015C8-D074-49D9-BDDC-34026C1F5DA8}" dt="2025-09-30T14:09:12.888" v="1223" actId="2085"/>
          <ac:spMkLst>
            <pc:docMk/>
            <pc:sldMk cId="2721911338" sldId="261"/>
            <ac:spMk id="7" creationId="{35BC52DC-23EA-6B7A-8A46-438663027A63}"/>
          </ac:spMkLst>
        </pc:spChg>
        <pc:picChg chg="add mod">
          <ac:chgData name="ABINAYA SINGARAVELAN" userId="d682ecb6e1bab387" providerId="LiveId" clId="{786015C8-D074-49D9-BDDC-34026C1F5DA8}" dt="2025-09-30T14:00:22.513" v="1172" actId="692"/>
          <ac:picMkLst>
            <pc:docMk/>
            <pc:sldMk cId="2721911338" sldId="261"/>
            <ac:picMk id="4" creationId="{D0676BE3-F0E5-7310-9BAD-A3F15AD29A2C}"/>
          </ac:picMkLst>
        </pc:picChg>
        <pc:picChg chg="add mod">
          <ac:chgData name="ABINAYA SINGARAVELAN" userId="d682ecb6e1bab387" providerId="LiveId" clId="{786015C8-D074-49D9-BDDC-34026C1F5DA8}" dt="2025-09-30T14:07:10.328" v="1205" actId="692"/>
          <ac:picMkLst>
            <pc:docMk/>
            <pc:sldMk cId="2721911338" sldId="261"/>
            <ac:picMk id="6" creationId="{B9C29E4C-D119-5847-6916-7552D48D4711}"/>
          </ac:picMkLst>
        </pc:picChg>
      </pc:sldChg>
      <pc:sldChg chg="addSp delSp modSp new mod setBg">
        <pc:chgData name="ABINAYA SINGARAVELAN" userId="d682ecb6e1bab387" providerId="LiveId" clId="{786015C8-D074-49D9-BDDC-34026C1F5DA8}" dt="2025-09-30T17:54:14.654" v="3417"/>
        <pc:sldMkLst>
          <pc:docMk/>
          <pc:sldMk cId="3285632716" sldId="262"/>
        </pc:sldMkLst>
        <pc:spChg chg="del">
          <ac:chgData name="ABINAYA SINGARAVELAN" userId="d682ecb6e1bab387" providerId="LiveId" clId="{786015C8-D074-49D9-BDDC-34026C1F5DA8}" dt="2025-09-30T14:10:02.743" v="1225" actId="478"/>
          <ac:spMkLst>
            <pc:docMk/>
            <pc:sldMk cId="3285632716" sldId="262"/>
            <ac:spMk id="2" creationId="{1B90FA56-08BF-BB5B-9DE4-51B53BDD8D25}"/>
          </ac:spMkLst>
        </pc:spChg>
        <pc:spChg chg="del">
          <ac:chgData name="ABINAYA SINGARAVELAN" userId="d682ecb6e1bab387" providerId="LiveId" clId="{786015C8-D074-49D9-BDDC-34026C1F5DA8}" dt="2025-09-30T14:10:06.408" v="1226" actId="478"/>
          <ac:spMkLst>
            <pc:docMk/>
            <pc:sldMk cId="3285632716" sldId="262"/>
            <ac:spMk id="3" creationId="{269EC00F-5894-5FE0-F29B-47DE3A7B5993}"/>
          </ac:spMkLst>
        </pc:spChg>
        <pc:spChg chg="add del mod">
          <ac:chgData name="ABINAYA SINGARAVELAN" userId="d682ecb6e1bab387" providerId="LiveId" clId="{786015C8-D074-49D9-BDDC-34026C1F5DA8}" dt="2025-09-30T16:34:38.483" v="2553"/>
          <ac:spMkLst>
            <pc:docMk/>
            <pc:sldMk cId="3285632716" sldId="262"/>
            <ac:spMk id="4" creationId="{DCFE1775-19F0-FA9C-AE60-0D2C6E383785}"/>
          </ac:spMkLst>
        </pc:spChg>
        <pc:spChg chg="add mod">
          <ac:chgData name="ABINAYA SINGARAVELAN" userId="d682ecb6e1bab387" providerId="LiveId" clId="{786015C8-D074-49D9-BDDC-34026C1F5DA8}" dt="2025-09-30T16:40:37.479" v="2614" actId="14100"/>
          <ac:spMkLst>
            <pc:docMk/>
            <pc:sldMk cId="3285632716" sldId="262"/>
            <ac:spMk id="6" creationId="{2E28468C-E121-139D-2664-D0897B3591D8}"/>
          </ac:spMkLst>
        </pc:spChg>
        <pc:spChg chg="add del mod">
          <ac:chgData name="ABINAYA SINGARAVELAN" userId="d682ecb6e1bab387" providerId="LiveId" clId="{786015C8-D074-49D9-BDDC-34026C1F5DA8}" dt="2025-09-30T16:42:20.917" v="2656" actId="207"/>
          <ac:spMkLst>
            <pc:docMk/>
            <pc:sldMk cId="3285632716" sldId="262"/>
            <ac:spMk id="7" creationId="{42014998-42DF-ED22-8814-A45DDD0710C6}"/>
          </ac:spMkLst>
        </pc:spChg>
        <pc:spChg chg="add mod">
          <ac:chgData name="ABINAYA SINGARAVELAN" userId="d682ecb6e1bab387" providerId="LiveId" clId="{786015C8-D074-49D9-BDDC-34026C1F5DA8}" dt="2025-09-30T16:45:47.970" v="2691" actId="767"/>
          <ac:spMkLst>
            <pc:docMk/>
            <pc:sldMk cId="3285632716" sldId="262"/>
            <ac:spMk id="9" creationId="{DF2C004B-51D5-FE50-4C49-BCF838DB4CB0}"/>
          </ac:spMkLst>
        </pc:spChg>
        <pc:spChg chg="add mod">
          <ac:chgData name="ABINAYA SINGARAVELAN" userId="d682ecb6e1bab387" providerId="LiveId" clId="{786015C8-D074-49D9-BDDC-34026C1F5DA8}" dt="2025-09-30T16:47:36.464" v="2748" actId="1076"/>
          <ac:spMkLst>
            <pc:docMk/>
            <pc:sldMk cId="3285632716" sldId="262"/>
            <ac:spMk id="10" creationId="{B5A8A275-48CE-1578-8339-4BE5A00CF98C}"/>
          </ac:spMkLst>
        </pc:spChg>
        <pc:spChg chg="add del mod">
          <ac:chgData name="ABINAYA SINGARAVELAN" userId="d682ecb6e1bab387" providerId="LiveId" clId="{786015C8-D074-49D9-BDDC-34026C1F5DA8}" dt="2025-09-30T16:54:18.749" v="2812" actId="1076"/>
          <ac:spMkLst>
            <pc:docMk/>
            <pc:sldMk cId="3285632716" sldId="262"/>
            <ac:spMk id="11" creationId="{B5CBF742-0684-334D-5BDA-24C0C093A7C8}"/>
          </ac:spMkLst>
        </pc:spChg>
        <pc:picChg chg="add mod">
          <ac:chgData name="ABINAYA SINGARAVELAN" userId="d682ecb6e1bab387" providerId="LiveId" clId="{786015C8-D074-49D9-BDDC-34026C1F5DA8}" dt="2025-09-30T16:45:09.299" v="2680" actId="692"/>
          <ac:picMkLst>
            <pc:docMk/>
            <pc:sldMk cId="3285632716" sldId="262"/>
            <ac:picMk id="5" creationId="{012C4631-A8B6-C355-A1ED-D5992C1CF918}"/>
          </ac:picMkLst>
        </pc:picChg>
        <pc:picChg chg="add mod">
          <ac:chgData name="ABINAYA SINGARAVELAN" userId="d682ecb6e1bab387" providerId="LiveId" clId="{786015C8-D074-49D9-BDDC-34026C1F5DA8}" dt="2025-09-30T16:54:23.105" v="2813" actId="1076"/>
          <ac:picMkLst>
            <pc:docMk/>
            <pc:sldMk cId="3285632716" sldId="262"/>
            <ac:picMk id="8" creationId="{2677B023-7399-DB03-1EE5-E1030241AB71}"/>
          </ac:picMkLst>
        </pc:picChg>
      </pc:sldChg>
      <pc:sldChg chg="addSp delSp modSp new mod setBg">
        <pc:chgData name="ABINAYA SINGARAVELAN" userId="d682ecb6e1bab387" providerId="LiveId" clId="{786015C8-D074-49D9-BDDC-34026C1F5DA8}" dt="2025-09-30T17:53:36.356" v="3414"/>
        <pc:sldMkLst>
          <pc:docMk/>
          <pc:sldMk cId="3337182791" sldId="263"/>
        </pc:sldMkLst>
        <pc:spChg chg="del">
          <ac:chgData name="ABINAYA SINGARAVELAN" userId="d682ecb6e1bab387" providerId="LiveId" clId="{786015C8-D074-49D9-BDDC-34026C1F5DA8}" dt="2025-09-30T14:13:06.291" v="1274" actId="478"/>
          <ac:spMkLst>
            <pc:docMk/>
            <pc:sldMk cId="3337182791" sldId="263"/>
            <ac:spMk id="2" creationId="{DA87F0ED-1348-CE79-CD4B-1201879A4A9A}"/>
          </ac:spMkLst>
        </pc:spChg>
        <pc:spChg chg="del mod">
          <ac:chgData name="ABINAYA SINGARAVELAN" userId="d682ecb6e1bab387" providerId="LiveId" clId="{786015C8-D074-49D9-BDDC-34026C1F5DA8}" dt="2025-09-30T14:13:14.912" v="1276" actId="478"/>
          <ac:spMkLst>
            <pc:docMk/>
            <pc:sldMk cId="3337182791" sldId="263"/>
            <ac:spMk id="3" creationId="{26A1EEAE-9A63-FFF4-F4E3-B32EA8D0D269}"/>
          </ac:spMkLst>
        </pc:spChg>
        <pc:spChg chg="add mod">
          <ac:chgData name="ABINAYA SINGARAVELAN" userId="d682ecb6e1bab387" providerId="LiveId" clId="{786015C8-D074-49D9-BDDC-34026C1F5DA8}" dt="2025-09-30T14:33:30.323" v="1312" actId="14100"/>
          <ac:spMkLst>
            <pc:docMk/>
            <pc:sldMk cId="3337182791" sldId="263"/>
            <ac:spMk id="4" creationId="{D96C99AD-0465-6024-5833-6858A7C0FF4E}"/>
          </ac:spMkLst>
        </pc:spChg>
        <pc:spChg chg="add mod">
          <ac:chgData name="ABINAYA SINGARAVELAN" userId="d682ecb6e1bab387" providerId="LiveId" clId="{786015C8-D074-49D9-BDDC-34026C1F5DA8}" dt="2025-09-30T14:36:18.926" v="1348" actId="14100"/>
          <ac:spMkLst>
            <pc:docMk/>
            <pc:sldMk cId="3337182791" sldId="263"/>
            <ac:spMk id="6" creationId="{2BDC3A5C-4E2C-774F-386A-13D40658DA64}"/>
          </ac:spMkLst>
        </pc:spChg>
        <pc:spChg chg="add del mod">
          <ac:chgData name="ABINAYA SINGARAVELAN" userId="d682ecb6e1bab387" providerId="LiveId" clId="{786015C8-D074-49D9-BDDC-34026C1F5DA8}" dt="2025-09-30T15:30:48.654" v="1396" actId="1076"/>
          <ac:spMkLst>
            <pc:docMk/>
            <pc:sldMk cId="3337182791" sldId="263"/>
            <ac:spMk id="8" creationId="{C392D50C-974D-2FAD-3DCC-69D9F38B38C5}"/>
          </ac:spMkLst>
        </pc:spChg>
        <pc:graphicFrameChg chg="add del mod">
          <ac:chgData name="ABINAYA SINGARAVELAN" userId="d682ecb6e1bab387" providerId="LiveId" clId="{786015C8-D074-49D9-BDDC-34026C1F5DA8}" dt="2025-09-30T16:04:24.866" v="1606" actId="478"/>
          <ac:graphicFrameMkLst>
            <pc:docMk/>
            <pc:sldMk cId="3337182791" sldId="263"/>
            <ac:graphicFrameMk id="9" creationId="{A12A9E99-A06B-4327-FF2E-FCF802E82C9A}"/>
          </ac:graphicFrameMkLst>
        </pc:graphicFrameChg>
        <pc:picChg chg="add mod">
          <ac:chgData name="ABINAYA SINGARAVELAN" userId="d682ecb6e1bab387" providerId="LiveId" clId="{786015C8-D074-49D9-BDDC-34026C1F5DA8}" dt="2025-09-30T16:29:02.153" v="2265" actId="692"/>
          <ac:picMkLst>
            <pc:docMk/>
            <pc:sldMk cId="3337182791" sldId="263"/>
            <ac:picMk id="5" creationId="{0AD2291D-9ABF-A3F3-260A-7803978D1B60}"/>
          </ac:picMkLst>
        </pc:picChg>
        <pc:picChg chg="add del mod">
          <ac:chgData name="ABINAYA SINGARAVELAN" userId="d682ecb6e1bab387" providerId="LiveId" clId="{786015C8-D074-49D9-BDDC-34026C1F5DA8}" dt="2025-09-30T16:04:18.180" v="1604" actId="478"/>
          <ac:picMkLst>
            <pc:docMk/>
            <pc:sldMk cId="3337182791" sldId="263"/>
            <ac:picMk id="7" creationId="{37BE3077-7EBF-F972-4CF0-75426D87E15C}"/>
          </ac:picMkLst>
        </pc:picChg>
        <pc:picChg chg="add mod">
          <ac:chgData name="ABINAYA SINGARAVELAN" userId="d682ecb6e1bab387" providerId="LiveId" clId="{786015C8-D074-49D9-BDDC-34026C1F5DA8}" dt="2025-09-30T16:29:12.058" v="2340" actId="692"/>
          <ac:picMkLst>
            <pc:docMk/>
            <pc:sldMk cId="3337182791" sldId="263"/>
            <ac:picMk id="10" creationId="{3A777925-BDA1-854E-A03F-8DFA60955C2D}"/>
          </ac:picMkLst>
        </pc:picChg>
      </pc:sldChg>
      <pc:sldChg chg="addSp delSp modSp new mod setBg">
        <pc:chgData name="ABINAYA SINGARAVELAN" userId="d682ecb6e1bab387" providerId="LiveId" clId="{786015C8-D074-49D9-BDDC-34026C1F5DA8}" dt="2025-09-30T17:53:36.356" v="3414"/>
        <pc:sldMkLst>
          <pc:docMk/>
          <pc:sldMk cId="672228136" sldId="264"/>
        </pc:sldMkLst>
        <pc:spChg chg="del">
          <ac:chgData name="ABINAYA SINGARAVELAN" userId="d682ecb6e1bab387" providerId="LiveId" clId="{786015C8-D074-49D9-BDDC-34026C1F5DA8}" dt="2025-09-30T15:31:07.264" v="1398" actId="478"/>
          <ac:spMkLst>
            <pc:docMk/>
            <pc:sldMk cId="672228136" sldId="264"/>
            <ac:spMk id="2" creationId="{519DC40A-90AB-DA93-89D7-0C2217D8C206}"/>
          </ac:spMkLst>
        </pc:spChg>
        <pc:spChg chg="del mod">
          <ac:chgData name="ABINAYA SINGARAVELAN" userId="d682ecb6e1bab387" providerId="LiveId" clId="{786015C8-D074-49D9-BDDC-34026C1F5DA8}" dt="2025-09-30T15:31:18.012" v="1400" actId="478"/>
          <ac:spMkLst>
            <pc:docMk/>
            <pc:sldMk cId="672228136" sldId="264"/>
            <ac:spMk id="3" creationId="{CE77C952-1EA2-DFC0-7F00-964688D419F3}"/>
          </ac:spMkLst>
        </pc:spChg>
        <pc:spChg chg="add del mod">
          <ac:chgData name="ABINAYA SINGARAVELAN" userId="d682ecb6e1bab387" providerId="LiveId" clId="{786015C8-D074-49D9-BDDC-34026C1F5DA8}" dt="2025-09-30T16:11:46.229" v="1836" actId="14100"/>
          <ac:spMkLst>
            <pc:docMk/>
            <pc:sldMk cId="672228136" sldId="264"/>
            <ac:spMk id="6" creationId="{1A206F87-C837-BC26-7ACD-D7CE448A815B}"/>
          </ac:spMkLst>
        </pc:spChg>
        <pc:spChg chg="add del mod">
          <ac:chgData name="ABINAYA SINGARAVELAN" userId="d682ecb6e1bab387" providerId="LiveId" clId="{786015C8-D074-49D9-BDDC-34026C1F5DA8}" dt="2025-09-30T16:16:18.182" v="1932" actId="22"/>
          <ac:spMkLst>
            <pc:docMk/>
            <pc:sldMk cId="672228136" sldId="264"/>
            <ac:spMk id="11" creationId="{7F7856F8-8CFD-CF2E-5E69-EF5DAF10BFF3}"/>
          </ac:spMkLst>
        </pc:spChg>
        <pc:spChg chg="add del mod">
          <ac:chgData name="ABINAYA SINGARAVELAN" userId="d682ecb6e1bab387" providerId="LiveId" clId="{786015C8-D074-49D9-BDDC-34026C1F5DA8}" dt="2025-09-30T16:19:38.042" v="1984" actId="2085"/>
          <ac:spMkLst>
            <pc:docMk/>
            <pc:sldMk cId="672228136" sldId="264"/>
            <ac:spMk id="13" creationId="{BE64961B-AD1D-E8CE-4ADE-52725EA17604}"/>
          </ac:spMkLst>
        </pc:spChg>
        <pc:graphicFrameChg chg="add del mod">
          <ac:chgData name="ABINAYA SINGARAVELAN" userId="d682ecb6e1bab387" providerId="LiveId" clId="{786015C8-D074-49D9-BDDC-34026C1F5DA8}" dt="2025-09-30T16:11:14.504" v="1828" actId="478"/>
          <ac:graphicFrameMkLst>
            <pc:docMk/>
            <pc:sldMk cId="672228136" sldId="264"/>
            <ac:graphicFrameMk id="8" creationId="{59A714E9-3A4F-5249-1162-294BB5CA5655}"/>
          </ac:graphicFrameMkLst>
        </pc:graphicFrameChg>
        <pc:picChg chg="add del mod">
          <ac:chgData name="ABINAYA SINGARAVELAN" userId="d682ecb6e1bab387" providerId="LiveId" clId="{786015C8-D074-49D9-BDDC-34026C1F5DA8}" dt="2025-09-30T15:55:20.726" v="1511" actId="21"/>
          <ac:picMkLst>
            <pc:docMk/>
            <pc:sldMk cId="672228136" sldId="264"/>
            <ac:picMk id="4" creationId="{0306AB27-2467-B03C-2F58-1D6DE105FF68}"/>
          </ac:picMkLst>
        </pc:picChg>
        <pc:picChg chg="add del mod">
          <ac:chgData name="ABINAYA SINGARAVELAN" userId="d682ecb6e1bab387" providerId="LiveId" clId="{786015C8-D074-49D9-BDDC-34026C1F5DA8}" dt="2025-09-30T16:05:51.371" v="1707" actId="478"/>
          <ac:picMkLst>
            <pc:docMk/>
            <pc:sldMk cId="672228136" sldId="264"/>
            <ac:picMk id="5" creationId="{D1BC1A73-73BB-1C27-4609-D6BE1BD07ABD}"/>
          </ac:picMkLst>
        </pc:picChg>
        <pc:picChg chg="add del mod">
          <ac:chgData name="ABINAYA SINGARAVELAN" userId="d682ecb6e1bab387" providerId="LiveId" clId="{786015C8-D074-49D9-BDDC-34026C1F5DA8}" dt="2025-09-30T16:11:06.496" v="1826" actId="478"/>
          <ac:picMkLst>
            <pc:docMk/>
            <pc:sldMk cId="672228136" sldId="264"/>
            <ac:picMk id="7" creationId="{47966E11-20F7-0A2D-5A55-91AF77BF9A6A}"/>
          </ac:picMkLst>
        </pc:picChg>
        <pc:picChg chg="add mod">
          <ac:chgData name="ABINAYA SINGARAVELAN" userId="d682ecb6e1bab387" providerId="LiveId" clId="{786015C8-D074-49D9-BDDC-34026C1F5DA8}" dt="2025-09-30T16:29:29.699" v="2417" actId="692"/>
          <ac:picMkLst>
            <pc:docMk/>
            <pc:sldMk cId="672228136" sldId="264"/>
            <ac:picMk id="9" creationId="{9AFDE3CF-972F-591F-3C29-AB59316B8546}"/>
          </ac:picMkLst>
        </pc:picChg>
        <pc:picChg chg="add mod">
          <ac:chgData name="ABINAYA SINGARAVELAN" userId="d682ecb6e1bab387" providerId="LiveId" clId="{786015C8-D074-49D9-BDDC-34026C1F5DA8}" dt="2025-09-30T16:29:50.998" v="2429" actId="692"/>
          <ac:picMkLst>
            <pc:docMk/>
            <pc:sldMk cId="672228136" sldId="264"/>
            <ac:picMk id="12" creationId="{149BFC6B-4AA2-6748-79B3-331C972E8B3C}"/>
          </ac:picMkLst>
        </pc:picChg>
      </pc:sldChg>
      <pc:sldChg chg="addSp delSp modSp new mod setBg">
        <pc:chgData name="ABINAYA SINGARAVELAN" userId="d682ecb6e1bab387" providerId="LiveId" clId="{786015C8-D074-49D9-BDDC-34026C1F5DA8}" dt="2025-09-30T17:53:36.356" v="3414"/>
        <pc:sldMkLst>
          <pc:docMk/>
          <pc:sldMk cId="2671379737" sldId="265"/>
        </pc:sldMkLst>
        <pc:spChg chg="del">
          <ac:chgData name="ABINAYA SINGARAVELAN" userId="d682ecb6e1bab387" providerId="LiveId" clId="{786015C8-D074-49D9-BDDC-34026C1F5DA8}" dt="2025-09-30T16:20:26.620" v="1987" actId="478"/>
          <ac:spMkLst>
            <pc:docMk/>
            <pc:sldMk cId="2671379737" sldId="265"/>
            <ac:spMk id="2" creationId="{1802F1F0-A424-974E-8D7F-D95AC0C34BF4}"/>
          </ac:spMkLst>
        </pc:spChg>
        <pc:spChg chg="del">
          <ac:chgData name="ABINAYA SINGARAVELAN" userId="d682ecb6e1bab387" providerId="LiveId" clId="{786015C8-D074-49D9-BDDC-34026C1F5DA8}" dt="2025-09-30T16:20:31.280" v="1988" actId="478"/>
          <ac:spMkLst>
            <pc:docMk/>
            <pc:sldMk cId="2671379737" sldId="265"/>
            <ac:spMk id="3" creationId="{9C52A101-ACED-0D94-8095-DE319C520FE1}"/>
          </ac:spMkLst>
        </pc:spChg>
        <pc:spChg chg="add mod">
          <ac:chgData name="ABINAYA SINGARAVELAN" userId="d682ecb6e1bab387" providerId="LiveId" clId="{786015C8-D074-49D9-BDDC-34026C1F5DA8}" dt="2025-09-30T16:26:47.199" v="2184" actId="20577"/>
          <ac:spMkLst>
            <pc:docMk/>
            <pc:sldMk cId="2671379737" sldId="265"/>
            <ac:spMk id="6" creationId="{1368FCF4-7C4F-ACDA-7628-BC33D42F5F22}"/>
          </ac:spMkLst>
        </pc:spChg>
        <pc:spChg chg="add mod">
          <ac:chgData name="ABINAYA SINGARAVELAN" userId="d682ecb6e1bab387" providerId="LiveId" clId="{786015C8-D074-49D9-BDDC-34026C1F5DA8}" dt="2025-09-30T16:33:46.432" v="2535" actId="14100"/>
          <ac:spMkLst>
            <pc:docMk/>
            <pc:sldMk cId="2671379737" sldId="265"/>
            <ac:spMk id="8" creationId="{99AD6945-A499-6A9E-28E0-4D9588482354}"/>
          </ac:spMkLst>
        </pc:spChg>
        <pc:picChg chg="add del mod">
          <ac:chgData name="ABINAYA SINGARAVELAN" userId="d682ecb6e1bab387" providerId="LiveId" clId="{786015C8-D074-49D9-BDDC-34026C1F5DA8}" dt="2025-09-30T16:24:30.971" v="1996" actId="478"/>
          <ac:picMkLst>
            <pc:docMk/>
            <pc:sldMk cId="2671379737" sldId="265"/>
            <ac:picMk id="4" creationId="{F97E129E-B175-1701-255A-C73A271CE950}"/>
          </ac:picMkLst>
        </pc:picChg>
        <pc:picChg chg="add mod">
          <ac:chgData name="ABINAYA SINGARAVELAN" userId="d682ecb6e1bab387" providerId="LiveId" clId="{786015C8-D074-49D9-BDDC-34026C1F5DA8}" dt="2025-09-30T16:30:02.213" v="2507" actId="692"/>
          <ac:picMkLst>
            <pc:docMk/>
            <pc:sldMk cId="2671379737" sldId="265"/>
            <ac:picMk id="5" creationId="{9FB118E5-D5AA-98C5-2013-56237EF8DE2B}"/>
          </ac:picMkLst>
        </pc:picChg>
        <pc:picChg chg="add mod">
          <ac:chgData name="ABINAYA SINGARAVELAN" userId="d682ecb6e1bab387" providerId="LiveId" clId="{786015C8-D074-49D9-BDDC-34026C1F5DA8}" dt="2025-09-30T16:32:45.887" v="2523" actId="692"/>
          <ac:picMkLst>
            <pc:docMk/>
            <pc:sldMk cId="2671379737" sldId="265"/>
            <ac:picMk id="7" creationId="{F6CF69EF-F8B8-0D59-AD05-8BBE3BF3D4CB}"/>
          </ac:picMkLst>
        </pc:picChg>
      </pc:sldChg>
      <pc:sldChg chg="addSp delSp modSp new mod setBg">
        <pc:chgData name="ABINAYA SINGARAVELAN" userId="d682ecb6e1bab387" providerId="LiveId" clId="{786015C8-D074-49D9-BDDC-34026C1F5DA8}" dt="2025-09-30T17:54:24.946" v="3419"/>
        <pc:sldMkLst>
          <pc:docMk/>
          <pc:sldMk cId="1714010002" sldId="266"/>
        </pc:sldMkLst>
        <pc:spChg chg="del">
          <ac:chgData name="ABINAYA SINGARAVELAN" userId="d682ecb6e1bab387" providerId="LiveId" clId="{786015C8-D074-49D9-BDDC-34026C1F5DA8}" dt="2025-09-30T16:54:36.597" v="2815" actId="478"/>
          <ac:spMkLst>
            <pc:docMk/>
            <pc:sldMk cId="1714010002" sldId="266"/>
            <ac:spMk id="2" creationId="{5CC69F6B-F564-4D3A-37F9-767E91D32B49}"/>
          </ac:spMkLst>
        </pc:spChg>
        <pc:spChg chg="del">
          <ac:chgData name="ABINAYA SINGARAVELAN" userId="d682ecb6e1bab387" providerId="LiveId" clId="{786015C8-D074-49D9-BDDC-34026C1F5DA8}" dt="2025-09-30T16:54:40.784" v="2816" actId="478"/>
          <ac:spMkLst>
            <pc:docMk/>
            <pc:sldMk cId="1714010002" sldId="266"/>
            <ac:spMk id="3" creationId="{DEEE81F8-49AB-9D03-5603-656B0F7C2EA7}"/>
          </ac:spMkLst>
        </pc:spChg>
        <pc:spChg chg="add del mod">
          <ac:chgData name="ABINAYA SINGARAVELAN" userId="d682ecb6e1bab387" providerId="LiveId" clId="{786015C8-D074-49D9-BDDC-34026C1F5DA8}" dt="2025-09-30T16:59:09.609" v="2823" actId="47"/>
          <ac:spMkLst>
            <pc:docMk/>
            <pc:sldMk cId="1714010002" sldId="266"/>
            <ac:spMk id="5" creationId="{1E05D692-3E3F-F3BF-48F7-512403DBBD29}"/>
          </ac:spMkLst>
        </pc:spChg>
        <pc:spChg chg="add mod">
          <ac:chgData name="ABINAYA SINGARAVELAN" userId="d682ecb6e1bab387" providerId="LiveId" clId="{786015C8-D074-49D9-BDDC-34026C1F5DA8}" dt="2025-09-30T17:00:07.886" v="2866" actId="20577"/>
          <ac:spMkLst>
            <pc:docMk/>
            <pc:sldMk cId="1714010002" sldId="266"/>
            <ac:spMk id="6" creationId="{C71F6DB6-7F2C-E29A-6102-880577E58366}"/>
          </ac:spMkLst>
        </pc:spChg>
        <pc:spChg chg="add mod">
          <ac:chgData name="ABINAYA SINGARAVELAN" userId="d682ecb6e1bab387" providerId="LiveId" clId="{786015C8-D074-49D9-BDDC-34026C1F5DA8}" dt="2025-09-30T17:05:44.671" v="2933" actId="14100"/>
          <ac:spMkLst>
            <pc:docMk/>
            <pc:sldMk cId="1714010002" sldId="266"/>
            <ac:spMk id="7" creationId="{1A737953-AE91-60F4-6921-7D6E9B85B893}"/>
          </ac:spMkLst>
        </pc:spChg>
        <pc:spChg chg="add mod">
          <ac:chgData name="ABINAYA SINGARAVELAN" userId="d682ecb6e1bab387" providerId="LiveId" clId="{786015C8-D074-49D9-BDDC-34026C1F5DA8}" dt="2025-09-30T17:12:46.449" v="3025" actId="20577"/>
          <ac:spMkLst>
            <pc:docMk/>
            <pc:sldMk cId="1714010002" sldId="266"/>
            <ac:spMk id="9" creationId="{AD2DBC1F-9CC5-08F6-5331-B3BAFFDD560E}"/>
          </ac:spMkLst>
        </pc:spChg>
        <pc:spChg chg="add mod">
          <ac:chgData name="ABINAYA SINGARAVELAN" userId="d682ecb6e1bab387" providerId="LiveId" clId="{786015C8-D074-49D9-BDDC-34026C1F5DA8}" dt="2025-09-30T17:15:10.287" v="3036" actId="207"/>
          <ac:spMkLst>
            <pc:docMk/>
            <pc:sldMk cId="1714010002" sldId="266"/>
            <ac:spMk id="10" creationId="{5F35988B-FDF5-E71E-95C5-3D7FF2825501}"/>
          </ac:spMkLst>
        </pc:spChg>
        <pc:picChg chg="add mod">
          <ac:chgData name="ABINAYA SINGARAVELAN" userId="d682ecb6e1bab387" providerId="LiveId" clId="{786015C8-D074-49D9-BDDC-34026C1F5DA8}" dt="2025-09-30T17:10:32.096" v="2950" actId="692"/>
          <ac:picMkLst>
            <pc:docMk/>
            <pc:sldMk cId="1714010002" sldId="266"/>
            <ac:picMk id="4" creationId="{3FBA810A-F87A-BF87-C6D8-8798A964BAE9}"/>
          </ac:picMkLst>
        </pc:picChg>
        <pc:picChg chg="add mod">
          <ac:chgData name="ABINAYA SINGARAVELAN" userId="d682ecb6e1bab387" providerId="LiveId" clId="{786015C8-D074-49D9-BDDC-34026C1F5DA8}" dt="2025-09-30T17:14:34.247" v="3035" actId="1076"/>
          <ac:picMkLst>
            <pc:docMk/>
            <pc:sldMk cId="1714010002" sldId="266"/>
            <ac:picMk id="8" creationId="{968266F9-45F1-A9BC-9CC3-88533EFCA7D0}"/>
          </ac:picMkLst>
        </pc:picChg>
      </pc:sldChg>
      <pc:sldChg chg="addSp delSp modSp new mod setBg">
        <pc:chgData name="ABINAYA SINGARAVELAN" userId="d682ecb6e1bab387" providerId="LiveId" clId="{786015C8-D074-49D9-BDDC-34026C1F5DA8}" dt="2025-09-30T17:54:33.635" v="3421"/>
        <pc:sldMkLst>
          <pc:docMk/>
          <pc:sldMk cId="3396883092" sldId="267"/>
        </pc:sldMkLst>
        <pc:spChg chg="del">
          <ac:chgData name="ABINAYA SINGARAVELAN" userId="d682ecb6e1bab387" providerId="LiveId" clId="{786015C8-D074-49D9-BDDC-34026C1F5DA8}" dt="2025-09-30T17:15:46.449" v="3038" actId="478"/>
          <ac:spMkLst>
            <pc:docMk/>
            <pc:sldMk cId="3396883092" sldId="267"/>
            <ac:spMk id="2" creationId="{5DD08C8C-2AF6-6FBE-8B7D-71EA0C571141}"/>
          </ac:spMkLst>
        </pc:spChg>
        <pc:spChg chg="del">
          <ac:chgData name="ABINAYA SINGARAVELAN" userId="d682ecb6e1bab387" providerId="LiveId" clId="{786015C8-D074-49D9-BDDC-34026C1F5DA8}" dt="2025-09-30T17:15:49.936" v="3039" actId="478"/>
          <ac:spMkLst>
            <pc:docMk/>
            <pc:sldMk cId="3396883092" sldId="267"/>
            <ac:spMk id="3" creationId="{B1732954-B7BD-D93B-9CB6-08696419DF83}"/>
          </ac:spMkLst>
        </pc:spChg>
        <pc:spChg chg="add mod">
          <ac:chgData name="ABINAYA SINGARAVELAN" userId="d682ecb6e1bab387" providerId="LiveId" clId="{786015C8-D074-49D9-BDDC-34026C1F5DA8}" dt="2025-09-30T17:20:06.995" v="3117" actId="14100"/>
          <ac:spMkLst>
            <pc:docMk/>
            <pc:sldMk cId="3396883092" sldId="267"/>
            <ac:spMk id="5" creationId="{2C39EEAB-8E31-604E-5F2C-8E2348E51642}"/>
          </ac:spMkLst>
        </pc:spChg>
        <pc:spChg chg="add mod">
          <ac:chgData name="ABINAYA SINGARAVELAN" userId="d682ecb6e1bab387" providerId="LiveId" clId="{786015C8-D074-49D9-BDDC-34026C1F5DA8}" dt="2025-09-30T17:21:16.906" v="3128" actId="14100"/>
          <ac:spMkLst>
            <pc:docMk/>
            <pc:sldMk cId="3396883092" sldId="267"/>
            <ac:spMk id="6" creationId="{BBF4E0BE-6442-58C2-5A8B-9B3F395C1388}"/>
          </ac:spMkLst>
        </pc:spChg>
        <pc:spChg chg="add mod">
          <ac:chgData name="ABINAYA SINGARAVELAN" userId="d682ecb6e1bab387" providerId="LiveId" clId="{786015C8-D074-49D9-BDDC-34026C1F5DA8}" dt="2025-09-30T17:28:52.346" v="3194" actId="14100"/>
          <ac:spMkLst>
            <pc:docMk/>
            <pc:sldMk cId="3396883092" sldId="267"/>
            <ac:spMk id="8" creationId="{26EB4805-2382-741E-B237-371E0A3C679A}"/>
          </ac:spMkLst>
        </pc:spChg>
        <pc:spChg chg="add mod">
          <ac:chgData name="ABINAYA SINGARAVELAN" userId="d682ecb6e1bab387" providerId="LiveId" clId="{786015C8-D074-49D9-BDDC-34026C1F5DA8}" dt="2025-09-30T17:27:48.935" v="3189" actId="207"/>
          <ac:spMkLst>
            <pc:docMk/>
            <pc:sldMk cId="3396883092" sldId="267"/>
            <ac:spMk id="9" creationId="{04F7AF36-7290-6267-3C36-4F4C077A8296}"/>
          </ac:spMkLst>
        </pc:spChg>
        <pc:picChg chg="add mod">
          <ac:chgData name="ABINAYA SINGARAVELAN" userId="d682ecb6e1bab387" providerId="LiveId" clId="{786015C8-D074-49D9-BDDC-34026C1F5DA8}" dt="2025-09-30T17:21:44.005" v="3129" actId="1076"/>
          <ac:picMkLst>
            <pc:docMk/>
            <pc:sldMk cId="3396883092" sldId="267"/>
            <ac:picMk id="4" creationId="{5971B4A1-1E41-7F61-C0A0-6D98D87A92FF}"/>
          </ac:picMkLst>
        </pc:picChg>
        <pc:picChg chg="add mod">
          <ac:chgData name="ABINAYA SINGARAVELAN" userId="d682ecb6e1bab387" providerId="LiveId" clId="{786015C8-D074-49D9-BDDC-34026C1F5DA8}" dt="2025-09-30T17:28:16.263" v="3190" actId="1076"/>
          <ac:picMkLst>
            <pc:docMk/>
            <pc:sldMk cId="3396883092" sldId="267"/>
            <ac:picMk id="7" creationId="{0B2BBE2C-40CF-EB45-5F9B-8889896210F4}"/>
          </ac:picMkLst>
        </pc:picChg>
      </pc:sldChg>
      <pc:sldChg chg="addSp delSp modSp new mod setBg">
        <pc:chgData name="ABINAYA SINGARAVELAN" userId="d682ecb6e1bab387" providerId="LiveId" clId="{786015C8-D074-49D9-BDDC-34026C1F5DA8}" dt="2025-09-30T17:54:40.280" v="3423"/>
        <pc:sldMkLst>
          <pc:docMk/>
          <pc:sldMk cId="3059698412" sldId="268"/>
        </pc:sldMkLst>
        <pc:spChg chg="del">
          <ac:chgData name="ABINAYA SINGARAVELAN" userId="d682ecb6e1bab387" providerId="LiveId" clId="{786015C8-D074-49D9-BDDC-34026C1F5DA8}" dt="2025-09-30T17:29:12.851" v="3196" actId="478"/>
          <ac:spMkLst>
            <pc:docMk/>
            <pc:sldMk cId="3059698412" sldId="268"/>
            <ac:spMk id="2" creationId="{201F6DF5-71B3-9B04-15C4-B5FE85394269}"/>
          </ac:spMkLst>
        </pc:spChg>
        <pc:spChg chg="del">
          <ac:chgData name="ABINAYA SINGARAVELAN" userId="d682ecb6e1bab387" providerId="LiveId" clId="{786015C8-D074-49D9-BDDC-34026C1F5DA8}" dt="2025-09-30T17:29:16.805" v="3197" actId="478"/>
          <ac:spMkLst>
            <pc:docMk/>
            <pc:sldMk cId="3059698412" sldId="268"/>
            <ac:spMk id="3" creationId="{B645346B-6E3F-7FE1-5E3A-9BF02C4EC6EA}"/>
          </ac:spMkLst>
        </pc:spChg>
        <pc:spChg chg="add mod">
          <ac:chgData name="ABINAYA SINGARAVELAN" userId="d682ecb6e1bab387" providerId="LiveId" clId="{786015C8-D074-49D9-BDDC-34026C1F5DA8}" dt="2025-09-30T17:37:40.636" v="3250" actId="14100"/>
          <ac:spMkLst>
            <pc:docMk/>
            <pc:sldMk cId="3059698412" sldId="268"/>
            <ac:spMk id="5" creationId="{A7859F51-841B-57DB-8C30-580B99143536}"/>
          </ac:spMkLst>
        </pc:spChg>
        <pc:spChg chg="add mod">
          <ac:chgData name="ABINAYA SINGARAVELAN" userId="d682ecb6e1bab387" providerId="LiveId" clId="{786015C8-D074-49D9-BDDC-34026C1F5DA8}" dt="2025-09-30T17:38:13.668" v="3255" actId="207"/>
          <ac:spMkLst>
            <pc:docMk/>
            <pc:sldMk cId="3059698412" sldId="268"/>
            <ac:spMk id="6" creationId="{5BDEB1F7-337D-CCF5-2AA2-028AE8A56670}"/>
          </ac:spMkLst>
        </pc:spChg>
        <pc:spChg chg="add mod">
          <ac:chgData name="ABINAYA SINGARAVELAN" userId="d682ecb6e1bab387" providerId="LiveId" clId="{786015C8-D074-49D9-BDDC-34026C1F5DA8}" dt="2025-09-30T17:43:06.346" v="3330" actId="1076"/>
          <ac:spMkLst>
            <pc:docMk/>
            <pc:sldMk cId="3059698412" sldId="268"/>
            <ac:spMk id="7" creationId="{76EDDF88-9896-C01B-66F3-A9925FE2205F}"/>
          </ac:spMkLst>
        </pc:spChg>
        <pc:spChg chg="add mod">
          <ac:chgData name="ABINAYA SINGARAVELAN" userId="d682ecb6e1bab387" providerId="LiveId" clId="{786015C8-D074-49D9-BDDC-34026C1F5DA8}" dt="2025-09-30T17:43:20.824" v="3332" actId="1076"/>
          <ac:spMkLst>
            <pc:docMk/>
            <pc:sldMk cId="3059698412" sldId="268"/>
            <ac:spMk id="9" creationId="{41193D82-0F39-BB54-E719-86B0FB5AF2D2}"/>
          </ac:spMkLst>
        </pc:spChg>
        <pc:picChg chg="add mod">
          <ac:chgData name="ABINAYA SINGARAVELAN" userId="d682ecb6e1bab387" providerId="LiveId" clId="{786015C8-D074-49D9-BDDC-34026C1F5DA8}" dt="2025-09-30T17:38:01.714" v="3254" actId="1076"/>
          <ac:picMkLst>
            <pc:docMk/>
            <pc:sldMk cId="3059698412" sldId="268"/>
            <ac:picMk id="4" creationId="{6DF1B437-BF5A-11F8-C8F9-D12DDEF73D07}"/>
          </ac:picMkLst>
        </pc:picChg>
        <pc:picChg chg="add mod">
          <ac:chgData name="ABINAYA SINGARAVELAN" userId="d682ecb6e1bab387" providerId="LiveId" clId="{786015C8-D074-49D9-BDDC-34026C1F5DA8}" dt="2025-09-30T17:43:25.511" v="3333" actId="1076"/>
          <ac:picMkLst>
            <pc:docMk/>
            <pc:sldMk cId="3059698412" sldId="268"/>
            <ac:picMk id="8" creationId="{3D798101-472B-B0BD-71DB-FDD5959A3596}"/>
          </ac:picMkLst>
        </pc:picChg>
      </pc:sldChg>
      <pc:sldChg chg="addSp delSp modSp new mod setBg">
        <pc:chgData name="ABINAYA SINGARAVELAN" userId="d682ecb6e1bab387" providerId="LiveId" clId="{786015C8-D074-49D9-BDDC-34026C1F5DA8}" dt="2025-09-30T18:06:39.782" v="3528" actId="1076"/>
        <pc:sldMkLst>
          <pc:docMk/>
          <pc:sldMk cId="3734540305" sldId="269"/>
        </pc:sldMkLst>
        <pc:spChg chg="del">
          <ac:chgData name="ABINAYA SINGARAVELAN" userId="d682ecb6e1bab387" providerId="LiveId" clId="{786015C8-D074-49D9-BDDC-34026C1F5DA8}" dt="2025-09-30T17:44:26.269" v="3335" actId="478"/>
          <ac:spMkLst>
            <pc:docMk/>
            <pc:sldMk cId="3734540305" sldId="269"/>
            <ac:spMk id="2" creationId="{594DFEEF-354B-1764-BA71-CB660726B3B5}"/>
          </ac:spMkLst>
        </pc:spChg>
        <pc:spChg chg="del">
          <ac:chgData name="ABINAYA SINGARAVELAN" userId="d682ecb6e1bab387" providerId="LiveId" clId="{786015C8-D074-49D9-BDDC-34026C1F5DA8}" dt="2025-09-30T17:44:30.496" v="3336" actId="478"/>
          <ac:spMkLst>
            <pc:docMk/>
            <pc:sldMk cId="3734540305" sldId="269"/>
            <ac:spMk id="3" creationId="{EFE1AC8A-16B5-569D-DB10-CC43403C65B1}"/>
          </ac:spMkLst>
        </pc:spChg>
        <pc:spChg chg="add mod">
          <ac:chgData name="ABINAYA SINGARAVELAN" userId="d682ecb6e1bab387" providerId="LiveId" clId="{786015C8-D074-49D9-BDDC-34026C1F5DA8}" dt="2025-09-30T18:06:28.533" v="3526" actId="1076"/>
          <ac:spMkLst>
            <pc:docMk/>
            <pc:sldMk cId="3734540305" sldId="269"/>
            <ac:spMk id="5" creationId="{4DA7CDBC-3058-7AF1-0FC6-017E3BD0CB95}"/>
          </ac:spMkLst>
        </pc:spChg>
        <pc:spChg chg="add mod">
          <ac:chgData name="ABINAYA SINGARAVELAN" userId="d682ecb6e1bab387" providerId="LiveId" clId="{786015C8-D074-49D9-BDDC-34026C1F5DA8}" dt="2025-09-30T18:06:37.658" v="3527" actId="1076"/>
          <ac:spMkLst>
            <pc:docMk/>
            <pc:sldMk cId="3734540305" sldId="269"/>
            <ac:spMk id="6" creationId="{D07843BD-BE3E-0049-67E3-3E6E91CB78E4}"/>
          </ac:spMkLst>
        </pc:spChg>
        <pc:spChg chg="add mod">
          <ac:chgData name="ABINAYA SINGARAVELAN" userId="d682ecb6e1bab387" providerId="LiveId" clId="{786015C8-D074-49D9-BDDC-34026C1F5DA8}" dt="2025-09-30T18:06:11.383" v="3524" actId="1076"/>
          <ac:spMkLst>
            <pc:docMk/>
            <pc:sldMk cId="3734540305" sldId="269"/>
            <ac:spMk id="7" creationId="{31B2260F-A372-76E1-415E-0F224454B239}"/>
          </ac:spMkLst>
        </pc:spChg>
        <pc:spChg chg="add mod">
          <ac:chgData name="ABINAYA SINGARAVELAN" userId="d682ecb6e1bab387" providerId="LiveId" clId="{786015C8-D074-49D9-BDDC-34026C1F5DA8}" dt="2025-09-30T18:06:17.171" v="3525" actId="1076"/>
          <ac:spMkLst>
            <pc:docMk/>
            <pc:sldMk cId="3734540305" sldId="269"/>
            <ac:spMk id="9" creationId="{23F4101C-FC59-75B9-7FC7-76EC24A4E8E0}"/>
          </ac:spMkLst>
        </pc:spChg>
        <pc:picChg chg="add mod">
          <ac:chgData name="ABINAYA SINGARAVELAN" userId="d682ecb6e1bab387" providerId="LiveId" clId="{786015C8-D074-49D9-BDDC-34026C1F5DA8}" dt="2025-09-30T18:06:39.782" v="3528" actId="1076"/>
          <ac:picMkLst>
            <pc:docMk/>
            <pc:sldMk cId="3734540305" sldId="269"/>
            <ac:picMk id="4" creationId="{2D437E59-EFE8-AEED-8A5F-AEDB7395400D}"/>
          </ac:picMkLst>
        </pc:picChg>
        <pc:picChg chg="add mod">
          <ac:chgData name="ABINAYA SINGARAVELAN" userId="d682ecb6e1bab387" providerId="LiveId" clId="{786015C8-D074-49D9-BDDC-34026C1F5DA8}" dt="2025-09-30T18:05:40.491" v="3521" actId="1076"/>
          <ac:picMkLst>
            <pc:docMk/>
            <pc:sldMk cId="3734540305" sldId="269"/>
            <ac:picMk id="8" creationId="{3EB9E912-F671-C786-D6F4-BC1AE494DCEB}"/>
          </ac:picMkLst>
        </pc:picChg>
      </pc:sldChg>
      <pc:sldChg chg="addSp delSp modSp new mod setBg">
        <pc:chgData name="ABINAYA SINGARAVELAN" userId="d682ecb6e1bab387" providerId="LiveId" clId="{786015C8-D074-49D9-BDDC-34026C1F5DA8}" dt="2025-09-30T18:38:03.335" v="3775"/>
        <pc:sldMkLst>
          <pc:docMk/>
          <pc:sldMk cId="562872765" sldId="270"/>
        </pc:sldMkLst>
        <pc:spChg chg="del">
          <ac:chgData name="ABINAYA SINGARAVELAN" userId="d682ecb6e1bab387" providerId="LiveId" clId="{786015C8-D074-49D9-BDDC-34026C1F5DA8}" dt="2025-09-30T18:07:30.795" v="3530" actId="478"/>
          <ac:spMkLst>
            <pc:docMk/>
            <pc:sldMk cId="562872765" sldId="270"/>
            <ac:spMk id="2" creationId="{1B113999-1F2C-5E0E-033C-CF48467E24EA}"/>
          </ac:spMkLst>
        </pc:spChg>
        <pc:spChg chg="del">
          <ac:chgData name="ABINAYA SINGARAVELAN" userId="d682ecb6e1bab387" providerId="LiveId" clId="{786015C8-D074-49D9-BDDC-34026C1F5DA8}" dt="2025-09-30T18:07:41.171" v="3531" actId="478"/>
          <ac:spMkLst>
            <pc:docMk/>
            <pc:sldMk cId="562872765" sldId="270"/>
            <ac:spMk id="3" creationId="{AF1F6ACE-8539-8E79-E96B-8C839C48CD63}"/>
          </ac:spMkLst>
        </pc:spChg>
        <pc:spChg chg="add del mod">
          <ac:chgData name="ABINAYA SINGARAVELAN" userId="d682ecb6e1bab387" providerId="LiveId" clId="{786015C8-D074-49D9-BDDC-34026C1F5DA8}" dt="2025-09-30T18:10:19.990" v="3550"/>
          <ac:spMkLst>
            <pc:docMk/>
            <pc:sldMk cId="562872765" sldId="270"/>
            <ac:spMk id="5" creationId="{6BC842E0-FB8D-6049-6D92-7E843BA8E7DE}"/>
          </ac:spMkLst>
        </pc:spChg>
        <pc:spChg chg="add mod">
          <ac:chgData name="ABINAYA SINGARAVELAN" userId="d682ecb6e1bab387" providerId="LiveId" clId="{786015C8-D074-49D9-BDDC-34026C1F5DA8}" dt="2025-09-30T18:11:55.629" v="3594" actId="20577"/>
          <ac:spMkLst>
            <pc:docMk/>
            <pc:sldMk cId="562872765" sldId="270"/>
            <ac:spMk id="6" creationId="{8ACF1A6C-BC60-1E1B-6231-185071759E7C}"/>
          </ac:spMkLst>
        </pc:spChg>
        <pc:spChg chg="add del mod">
          <ac:chgData name="ABINAYA SINGARAVELAN" userId="d682ecb6e1bab387" providerId="LiveId" clId="{786015C8-D074-49D9-BDDC-34026C1F5DA8}" dt="2025-09-30T18:12:20.832" v="3598"/>
          <ac:spMkLst>
            <pc:docMk/>
            <pc:sldMk cId="562872765" sldId="270"/>
            <ac:spMk id="7" creationId="{022B3D55-C30B-CC70-9231-0FAB3B896A26}"/>
          </ac:spMkLst>
        </pc:spChg>
        <pc:spChg chg="add mod">
          <ac:chgData name="ABINAYA SINGARAVELAN" userId="d682ecb6e1bab387" providerId="LiveId" clId="{786015C8-D074-49D9-BDDC-34026C1F5DA8}" dt="2025-09-30T18:13:21.763" v="3606" actId="1076"/>
          <ac:spMkLst>
            <pc:docMk/>
            <pc:sldMk cId="562872765" sldId="270"/>
            <ac:spMk id="8" creationId="{27284420-AF58-F602-13C1-29AA7E93B884}"/>
          </ac:spMkLst>
        </pc:spChg>
        <pc:spChg chg="add mod">
          <ac:chgData name="ABINAYA SINGARAVELAN" userId="d682ecb6e1bab387" providerId="LiveId" clId="{786015C8-D074-49D9-BDDC-34026C1F5DA8}" dt="2025-09-30T18:21:43.391" v="3666" actId="1076"/>
          <ac:spMkLst>
            <pc:docMk/>
            <pc:sldMk cId="562872765" sldId="270"/>
            <ac:spMk id="10" creationId="{AEA5A204-24D6-BDC9-F81A-81D944780EE9}"/>
          </ac:spMkLst>
        </pc:spChg>
        <pc:spChg chg="add mod">
          <ac:chgData name="ABINAYA SINGARAVELAN" userId="d682ecb6e1bab387" providerId="LiveId" clId="{786015C8-D074-49D9-BDDC-34026C1F5DA8}" dt="2025-09-30T18:21:47.133" v="3667" actId="1076"/>
          <ac:spMkLst>
            <pc:docMk/>
            <pc:sldMk cId="562872765" sldId="270"/>
            <ac:spMk id="11" creationId="{E16440FF-B172-9AC5-8DBE-4E256735CB29}"/>
          </ac:spMkLst>
        </pc:spChg>
        <pc:picChg chg="add mod">
          <ac:chgData name="ABINAYA SINGARAVELAN" userId="d682ecb6e1bab387" providerId="LiveId" clId="{786015C8-D074-49D9-BDDC-34026C1F5DA8}" dt="2025-09-30T18:13:18.301" v="3605" actId="1076"/>
          <ac:picMkLst>
            <pc:docMk/>
            <pc:sldMk cId="562872765" sldId="270"/>
            <ac:picMk id="4" creationId="{9B455BF3-42AB-1C0A-A366-0DA3E3D65F0A}"/>
          </ac:picMkLst>
        </pc:picChg>
        <pc:picChg chg="add mod">
          <ac:chgData name="ABINAYA SINGARAVELAN" userId="d682ecb6e1bab387" providerId="LiveId" clId="{786015C8-D074-49D9-BDDC-34026C1F5DA8}" dt="2025-09-30T18:21:49.803" v="3668" actId="1076"/>
          <ac:picMkLst>
            <pc:docMk/>
            <pc:sldMk cId="562872765" sldId="270"/>
            <ac:picMk id="9" creationId="{B1841992-88FD-ABBE-E1B0-4B35827BDDE4}"/>
          </ac:picMkLst>
        </pc:picChg>
      </pc:sldChg>
      <pc:sldChg chg="addSp delSp modSp new mod setBg">
        <pc:chgData name="ABINAYA SINGARAVELAN" userId="d682ecb6e1bab387" providerId="LiveId" clId="{786015C8-D074-49D9-BDDC-34026C1F5DA8}" dt="2025-09-30T18:38:38.745" v="3777" actId="1076"/>
        <pc:sldMkLst>
          <pc:docMk/>
          <pc:sldMk cId="3459225512" sldId="271"/>
        </pc:sldMkLst>
        <pc:spChg chg="del">
          <ac:chgData name="ABINAYA SINGARAVELAN" userId="d682ecb6e1bab387" providerId="LiveId" clId="{786015C8-D074-49D9-BDDC-34026C1F5DA8}" dt="2025-09-30T18:22:37.942" v="3670" actId="478"/>
          <ac:spMkLst>
            <pc:docMk/>
            <pc:sldMk cId="3459225512" sldId="271"/>
            <ac:spMk id="2" creationId="{141E3EF7-2829-79E7-639F-9DE2CC4044A5}"/>
          </ac:spMkLst>
        </pc:spChg>
        <pc:spChg chg="del">
          <ac:chgData name="ABINAYA SINGARAVELAN" userId="d682ecb6e1bab387" providerId="LiveId" clId="{786015C8-D074-49D9-BDDC-34026C1F5DA8}" dt="2025-09-30T18:22:52.200" v="3671" actId="478"/>
          <ac:spMkLst>
            <pc:docMk/>
            <pc:sldMk cId="3459225512" sldId="271"/>
            <ac:spMk id="3" creationId="{3B85DBB0-EA14-39A8-FA94-8A594C2AA33A}"/>
          </ac:spMkLst>
        </pc:spChg>
        <pc:spChg chg="add mod">
          <ac:chgData name="ABINAYA SINGARAVELAN" userId="d682ecb6e1bab387" providerId="LiveId" clId="{786015C8-D074-49D9-BDDC-34026C1F5DA8}" dt="2025-09-30T18:29:32.906" v="3721" actId="14100"/>
          <ac:spMkLst>
            <pc:docMk/>
            <pc:sldMk cId="3459225512" sldId="271"/>
            <ac:spMk id="5" creationId="{45508EE1-3F39-E3DB-C1E9-589FB5CFE60F}"/>
          </ac:spMkLst>
        </pc:spChg>
        <pc:spChg chg="add mod">
          <ac:chgData name="ABINAYA SINGARAVELAN" userId="d682ecb6e1bab387" providerId="LiveId" clId="{786015C8-D074-49D9-BDDC-34026C1F5DA8}" dt="2025-09-30T18:29:56.539" v="3725" actId="1076"/>
          <ac:spMkLst>
            <pc:docMk/>
            <pc:sldMk cId="3459225512" sldId="271"/>
            <ac:spMk id="6" creationId="{AA8CC7B1-FF1C-BC87-DD33-8F5871ED89A9}"/>
          </ac:spMkLst>
        </pc:spChg>
        <pc:spChg chg="add mod">
          <ac:chgData name="ABINAYA SINGARAVELAN" userId="d682ecb6e1bab387" providerId="LiveId" clId="{786015C8-D074-49D9-BDDC-34026C1F5DA8}" dt="2025-09-30T18:38:38.745" v="3777" actId="1076"/>
          <ac:spMkLst>
            <pc:docMk/>
            <pc:sldMk cId="3459225512" sldId="271"/>
            <ac:spMk id="8" creationId="{E98A396B-C7C1-6D8B-336D-B742FCA42593}"/>
          </ac:spMkLst>
        </pc:spChg>
        <pc:spChg chg="add mod">
          <ac:chgData name="ABINAYA SINGARAVELAN" userId="d682ecb6e1bab387" providerId="LiveId" clId="{786015C8-D074-49D9-BDDC-34026C1F5DA8}" dt="2025-09-30T18:36:47.358" v="3747" actId="207"/>
          <ac:spMkLst>
            <pc:docMk/>
            <pc:sldMk cId="3459225512" sldId="271"/>
            <ac:spMk id="9" creationId="{F6272C01-B31D-6215-253F-CE51C2621884}"/>
          </ac:spMkLst>
        </pc:spChg>
        <pc:picChg chg="add mod">
          <ac:chgData name="ABINAYA SINGARAVELAN" userId="d682ecb6e1bab387" providerId="LiveId" clId="{786015C8-D074-49D9-BDDC-34026C1F5DA8}" dt="2025-09-30T18:37:43.201" v="3763" actId="692"/>
          <ac:picMkLst>
            <pc:docMk/>
            <pc:sldMk cId="3459225512" sldId="271"/>
            <ac:picMk id="4" creationId="{57A25D1D-E626-BF75-21DF-469663C06F6E}"/>
          </ac:picMkLst>
        </pc:picChg>
        <pc:picChg chg="add mod">
          <ac:chgData name="ABINAYA SINGARAVELAN" userId="d682ecb6e1bab387" providerId="LiveId" clId="{786015C8-D074-49D9-BDDC-34026C1F5DA8}" dt="2025-09-30T18:37:51.192" v="3773" actId="692"/>
          <ac:picMkLst>
            <pc:docMk/>
            <pc:sldMk cId="3459225512" sldId="271"/>
            <ac:picMk id="7" creationId="{284D75DF-739D-8523-654E-9AF25BE36E3A}"/>
          </ac:picMkLst>
        </pc:picChg>
      </pc:sldChg>
      <pc:sldChg chg="addSp delSp modSp new mod setBg">
        <pc:chgData name="ABINAYA SINGARAVELAN" userId="d682ecb6e1bab387" providerId="LiveId" clId="{786015C8-D074-49D9-BDDC-34026C1F5DA8}" dt="2025-09-30T19:36:56.304" v="3934" actId="207"/>
        <pc:sldMkLst>
          <pc:docMk/>
          <pc:sldMk cId="1406619433" sldId="272"/>
        </pc:sldMkLst>
        <pc:spChg chg="del">
          <ac:chgData name="ABINAYA SINGARAVELAN" userId="d682ecb6e1bab387" providerId="LiveId" clId="{786015C8-D074-49D9-BDDC-34026C1F5DA8}" dt="2025-09-30T18:43:17.283" v="3779" actId="478"/>
          <ac:spMkLst>
            <pc:docMk/>
            <pc:sldMk cId="1406619433" sldId="272"/>
            <ac:spMk id="2" creationId="{BA7DD682-D920-F898-46BF-07E694503E88}"/>
          </ac:spMkLst>
        </pc:spChg>
        <pc:spChg chg="del">
          <ac:chgData name="ABINAYA SINGARAVELAN" userId="d682ecb6e1bab387" providerId="LiveId" clId="{786015C8-D074-49D9-BDDC-34026C1F5DA8}" dt="2025-09-30T18:43:24.233" v="3780" actId="478"/>
          <ac:spMkLst>
            <pc:docMk/>
            <pc:sldMk cId="1406619433" sldId="272"/>
            <ac:spMk id="3" creationId="{5961B249-55BD-0E06-9881-35596BFD8BBA}"/>
          </ac:spMkLst>
        </pc:spChg>
        <pc:spChg chg="add del mod">
          <ac:chgData name="ABINAYA SINGARAVELAN" userId="d682ecb6e1bab387" providerId="LiveId" clId="{786015C8-D074-49D9-BDDC-34026C1F5DA8}" dt="2025-09-30T19:34:26.862" v="3912" actId="478"/>
          <ac:spMkLst>
            <pc:docMk/>
            <pc:sldMk cId="1406619433" sldId="272"/>
            <ac:spMk id="5" creationId="{E1E2D28A-EB8B-B6AC-F5A9-B2F3CC1BA866}"/>
          </ac:spMkLst>
        </pc:spChg>
        <pc:spChg chg="add del mod">
          <ac:chgData name="ABINAYA SINGARAVELAN" userId="d682ecb6e1bab387" providerId="LiveId" clId="{786015C8-D074-49D9-BDDC-34026C1F5DA8}" dt="2025-09-30T19:34:21.214" v="3911" actId="478"/>
          <ac:spMkLst>
            <pc:docMk/>
            <pc:sldMk cId="1406619433" sldId="272"/>
            <ac:spMk id="6" creationId="{D29887D9-E11E-8B1C-E2AF-18B00ADD24DB}"/>
          </ac:spMkLst>
        </pc:spChg>
        <pc:spChg chg="add mod">
          <ac:chgData name="ABINAYA SINGARAVELAN" userId="d682ecb6e1bab387" providerId="LiveId" clId="{786015C8-D074-49D9-BDDC-34026C1F5DA8}" dt="2025-09-30T19:34:33.857" v="3913" actId="1076"/>
          <ac:spMkLst>
            <pc:docMk/>
            <pc:sldMk cId="1406619433" sldId="272"/>
            <ac:spMk id="8" creationId="{FD5E921A-B8FC-5E6D-A6FE-297CFEB0612C}"/>
          </ac:spMkLst>
        </pc:spChg>
        <pc:spChg chg="add del mod">
          <ac:chgData name="ABINAYA SINGARAVELAN" userId="d682ecb6e1bab387" providerId="LiveId" clId="{786015C8-D074-49D9-BDDC-34026C1F5DA8}" dt="2025-09-30T19:31:25.597" v="3888"/>
          <ac:spMkLst>
            <pc:docMk/>
            <pc:sldMk cId="1406619433" sldId="272"/>
            <ac:spMk id="9" creationId="{7F6531CD-2299-C912-9B67-23FAD3B07CC5}"/>
          </ac:spMkLst>
        </pc:spChg>
        <pc:spChg chg="add mod">
          <ac:chgData name="ABINAYA SINGARAVELAN" userId="d682ecb6e1bab387" providerId="LiveId" clId="{786015C8-D074-49D9-BDDC-34026C1F5DA8}" dt="2025-09-30T19:36:56.304" v="3934" actId="207"/>
          <ac:spMkLst>
            <pc:docMk/>
            <pc:sldMk cId="1406619433" sldId="272"/>
            <ac:spMk id="11" creationId="{9E66F127-7A73-6C65-4AA9-7F6598A9ECA1}"/>
          </ac:spMkLst>
        </pc:spChg>
        <pc:picChg chg="add del mod">
          <ac:chgData name="ABINAYA SINGARAVELAN" userId="d682ecb6e1bab387" providerId="LiveId" clId="{786015C8-D074-49D9-BDDC-34026C1F5DA8}" dt="2025-09-30T19:34:11.771" v="3909" actId="478"/>
          <ac:picMkLst>
            <pc:docMk/>
            <pc:sldMk cId="1406619433" sldId="272"/>
            <ac:picMk id="4" creationId="{92A6A344-7F46-F67E-28F8-1C20403E6F4E}"/>
          </ac:picMkLst>
        </pc:picChg>
        <pc:picChg chg="add mod">
          <ac:chgData name="ABINAYA SINGARAVELAN" userId="d682ecb6e1bab387" providerId="LiveId" clId="{786015C8-D074-49D9-BDDC-34026C1F5DA8}" dt="2025-09-30T19:36:43.346" v="3933" actId="1076"/>
          <ac:picMkLst>
            <pc:docMk/>
            <pc:sldMk cId="1406619433" sldId="272"/>
            <ac:picMk id="7" creationId="{E33544AE-EB3C-DBC5-C576-9C6900A3CE6E}"/>
          </ac:picMkLst>
        </pc:picChg>
        <pc:picChg chg="add mod">
          <ac:chgData name="ABINAYA SINGARAVELAN" userId="d682ecb6e1bab387" providerId="LiveId" clId="{786015C8-D074-49D9-BDDC-34026C1F5DA8}" dt="2025-09-30T19:32:35.409" v="3895" actId="571"/>
          <ac:picMkLst>
            <pc:docMk/>
            <pc:sldMk cId="1406619433" sldId="272"/>
            <ac:picMk id="10" creationId="{84E66F6A-6EBC-6216-F329-E407283A783B}"/>
          </ac:picMkLst>
        </pc:picChg>
      </pc:sldChg>
      <pc:sldChg chg="addSp delSp modSp new mod setBg">
        <pc:chgData name="ABINAYA SINGARAVELAN" userId="d682ecb6e1bab387" providerId="LiveId" clId="{786015C8-D074-49D9-BDDC-34026C1F5DA8}" dt="2025-09-30T19:34:02.034" v="3908" actId="1076"/>
        <pc:sldMkLst>
          <pc:docMk/>
          <pc:sldMk cId="2214901203" sldId="273"/>
        </pc:sldMkLst>
        <pc:spChg chg="del">
          <ac:chgData name="ABINAYA SINGARAVELAN" userId="d682ecb6e1bab387" providerId="LiveId" clId="{786015C8-D074-49D9-BDDC-34026C1F5DA8}" dt="2025-09-30T19:31:31.714" v="3889" actId="478"/>
          <ac:spMkLst>
            <pc:docMk/>
            <pc:sldMk cId="2214901203" sldId="273"/>
            <ac:spMk id="2" creationId="{05307362-BA3F-BD25-618A-4342C8521A36}"/>
          </ac:spMkLst>
        </pc:spChg>
        <pc:spChg chg="del">
          <ac:chgData name="ABINAYA SINGARAVELAN" userId="d682ecb6e1bab387" providerId="LiveId" clId="{786015C8-D074-49D9-BDDC-34026C1F5DA8}" dt="2025-09-30T19:31:38.416" v="3890" actId="478"/>
          <ac:spMkLst>
            <pc:docMk/>
            <pc:sldMk cId="2214901203" sldId="273"/>
            <ac:spMk id="3" creationId="{BFF2631B-78DD-0C1A-A516-70B3F55553B4}"/>
          </ac:spMkLst>
        </pc:spChg>
        <pc:picChg chg="add mod">
          <ac:chgData name="ABINAYA SINGARAVELAN" userId="d682ecb6e1bab387" providerId="LiveId" clId="{786015C8-D074-49D9-BDDC-34026C1F5DA8}" dt="2025-09-30T19:34:02.034" v="3908" actId="1076"/>
          <ac:picMkLst>
            <pc:docMk/>
            <pc:sldMk cId="2214901203" sldId="273"/>
            <ac:picMk id="4" creationId="{464CF5C3-5328-8CF7-9AD3-E02892A0EB64}"/>
          </ac:picMkLst>
        </pc:picChg>
        <pc:picChg chg="add mod">
          <ac:chgData name="ABINAYA SINGARAVELAN" userId="d682ecb6e1bab387" providerId="LiveId" clId="{786015C8-D074-49D9-BDDC-34026C1F5DA8}" dt="2025-09-30T19:33:54.748" v="3907" actId="1076"/>
          <ac:picMkLst>
            <pc:docMk/>
            <pc:sldMk cId="2214901203" sldId="273"/>
            <ac:picMk id="5" creationId="{EA42B924-3FB2-8EC6-A172-EE83AFF23F2C}"/>
          </ac:picMkLst>
        </pc:picChg>
        <pc:picChg chg="add mod">
          <ac:chgData name="ABINAYA SINGARAVELAN" userId="d682ecb6e1bab387" providerId="LiveId" clId="{786015C8-D074-49D9-BDDC-34026C1F5DA8}" dt="2025-09-30T19:33:41.283" v="3904" actId="1076"/>
          <ac:picMkLst>
            <pc:docMk/>
            <pc:sldMk cId="2214901203" sldId="273"/>
            <ac:picMk id="6" creationId="{474860EE-1C36-08EE-B6F4-3A21BCA3C151}"/>
          </ac:picMkLst>
        </pc:picChg>
      </pc:sldChg>
      <pc:sldChg chg="addSp delSp modSp new mod setBg">
        <pc:chgData name="ABINAYA SINGARAVELAN" userId="d682ecb6e1bab387" providerId="LiveId" clId="{786015C8-D074-49D9-BDDC-34026C1F5DA8}" dt="2025-09-30T19:40:23.247" v="3975"/>
        <pc:sldMkLst>
          <pc:docMk/>
          <pc:sldMk cId="3904481722" sldId="274"/>
        </pc:sldMkLst>
        <pc:spChg chg="del">
          <ac:chgData name="ABINAYA SINGARAVELAN" userId="d682ecb6e1bab387" providerId="LiveId" clId="{786015C8-D074-49D9-BDDC-34026C1F5DA8}" dt="2025-09-30T19:37:52.939" v="3939" actId="478"/>
          <ac:spMkLst>
            <pc:docMk/>
            <pc:sldMk cId="3904481722" sldId="274"/>
            <ac:spMk id="2" creationId="{A481DBC7-6155-6A41-ACD1-28C3809F60C3}"/>
          </ac:spMkLst>
        </pc:spChg>
        <pc:spChg chg="del">
          <ac:chgData name="ABINAYA SINGARAVELAN" userId="d682ecb6e1bab387" providerId="LiveId" clId="{786015C8-D074-49D9-BDDC-34026C1F5DA8}" dt="2025-09-30T19:38:02.166" v="3940" actId="478"/>
          <ac:spMkLst>
            <pc:docMk/>
            <pc:sldMk cId="3904481722" sldId="274"/>
            <ac:spMk id="3" creationId="{B5691529-235D-B337-9259-BAE87DB507BD}"/>
          </ac:spMkLst>
        </pc:spChg>
        <pc:spChg chg="add mod">
          <ac:chgData name="ABINAYA SINGARAVELAN" userId="d682ecb6e1bab387" providerId="LiveId" clId="{786015C8-D074-49D9-BDDC-34026C1F5DA8}" dt="2025-09-30T19:40:10.339" v="3974"/>
          <ac:spMkLst>
            <pc:docMk/>
            <pc:sldMk cId="3904481722" sldId="274"/>
            <ac:spMk id="4" creationId="{53215772-0DF0-103B-D279-A86D721353E8}"/>
          </ac:spMkLst>
        </pc:spChg>
        <pc:spChg chg="add mod">
          <ac:chgData name="ABINAYA SINGARAVELAN" userId="d682ecb6e1bab387" providerId="LiveId" clId="{786015C8-D074-49D9-BDDC-34026C1F5DA8}" dt="2025-09-30T19:40:23.247" v="3975"/>
          <ac:spMkLst>
            <pc:docMk/>
            <pc:sldMk cId="3904481722" sldId="274"/>
            <ac:spMk id="5" creationId="{0FA83110-4D6D-AA1B-558E-0EB2D2CF66B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D1BF7693-6906-42EB-907A-7B196828C39D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2BC4-1DBD-44F4-B940-32D550A110E3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950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F7693-6906-42EB-907A-7B196828C39D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2BC4-1DBD-44F4-B940-32D550A110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53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F7693-6906-42EB-907A-7B196828C39D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2BC4-1DBD-44F4-B940-32D550A110E3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773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F7693-6906-42EB-907A-7B196828C39D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2BC4-1DBD-44F4-B940-32D550A110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55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F7693-6906-42EB-907A-7B196828C39D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2BC4-1DBD-44F4-B940-32D550A110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691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F7693-6906-42EB-907A-7B196828C39D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2BC4-1DBD-44F4-B940-32D550A110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734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F7693-6906-42EB-907A-7B196828C39D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2BC4-1DBD-44F4-B940-32D550A110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732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F7693-6906-42EB-907A-7B196828C39D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2BC4-1DBD-44F4-B940-32D550A110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098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F7693-6906-42EB-907A-7B196828C39D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2BC4-1DBD-44F4-B940-32D550A110E3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9267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F7693-6906-42EB-907A-7B196828C39D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2BC4-1DBD-44F4-B940-32D550A110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025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F7693-6906-42EB-907A-7B196828C39D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2BC4-1DBD-44F4-B940-32D550A110E3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999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1BF7693-6906-42EB-907A-7B196828C39D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7DA2BC4-1DBD-44F4-B940-32D550A110E3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283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1D215D-5A7C-8BB2-87EA-ECAE60EB32B1}"/>
              </a:ext>
            </a:extLst>
          </p:cNvPr>
          <p:cNvSpPr txBox="1"/>
          <p:nvPr/>
        </p:nvSpPr>
        <p:spPr>
          <a:xfrm>
            <a:off x="4736892" y="3837482"/>
            <a:ext cx="2800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Arial Black" panose="020B0A04020102020204" pitchFamily="34" charset="0"/>
              </a:rPr>
              <a:t>Using SQL</a:t>
            </a:r>
            <a:endParaRPr lang="en-IN" sz="3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566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23160AB0-BF04-831F-4BA8-A02342EE4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B24CBF-7814-C1BA-2044-C5296E7ACAC2}"/>
              </a:ext>
            </a:extLst>
          </p:cNvPr>
          <p:cNvSpPr/>
          <p:nvPr/>
        </p:nvSpPr>
        <p:spPr>
          <a:xfrm>
            <a:off x="1514008" y="1193514"/>
            <a:ext cx="2413416" cy="989348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lowchart: Decision 2">
            <a:extLst>
              <a:ext uri="{FF2B5EF4-FFF2-40B4-BE49-F238E27FC236}">
                <a16:creationId xmlns:a16="http://schemas.microsoft.com/office/drawing/2014/main" id="{359A938E-EF60-53BD-5320-CDA8D204B19F}"/>
              </a:ext>
            </a:extLst>
          </p:cNvPr>
          <p:cNvSpPr/>
          <p:nvPr/>
        </p:nvSpPr>
        <p:spPr>
          <a:xfrm>
            <a:off x="5291527" y="872247"/>
            <a:ext cx="2068644" cy="1572225"/>
          </a:xfrm>
          <a:prstGeom prst="flowChartDecision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0336EA-AF80-F1CE-2E38-1D560B9802BD}"/>
              </a:ext>
            </a:extLst>
          </p:cNvPr>
          <p:cNvSpPr/>
          <p:nvPr/>
        </p:nvSpPr>
        <p:spPr>
          <a:xfrm>
            <a:off x="9271419" y="1149623"/>
            <a:ext cx="2413416" cy="989348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DE2467-E769-3F79-4282-774438463D0D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3927424" y="1658360"/>
            <a:ext cx="1364103" cy="29828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1460D2D-C6DA-9F8E-AA29-A52ACEE3FD6F}"/>
              </a:ext>
            </a:extLst>
          </p:cNvPr>
          <p:cNvCxnSpPr>
            <a:cxnSpLocks/>
          </p:cNvCxnSpPr>
          <p:nvPr/>
        </p:nvCxnSpPr>
        <p:spPr>
          <a:xfrm flipV="1">
            <a:off x="7360171" y="1630234"/>
            <a:ext cx="1911248" cy="14063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2A966D1-68F5-56F0-C263-E36FD2B43E7C}"/>
              </a:ext>
            </a:extLst>
          </p:cNvPr>
          <p:cNvSpPr txBox="1"/>
          <p:nvPr/>
        </p:nvSpPr>
        <p:spPr>
          <a:xfrm>
            <a:off x="9846038" y="1024237"/>
            <a:ext cx="16639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BOOK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959AEC-F878-966E-562B-A25681BE4ECE}"/>
              </a:ext>
            </a:extLst>
          </p:cNvPr>
          <p:cNvSpPr txBox="1"/>
          <p:nvPr/>
        </p:nvSpPr>
        <p:spPr>
          <a:xfrm>
            <a:off x="5546362" y="1344110"/>
            <a:ext cx="2068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BORROW</a:t>
            </a:r>
            <a:endParaRPr lang="en-IN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ECEDF2-3641-E667-A3BD-AFFAA4A82E65}"/>
              </a:ext>
            </a:extLst>
          </p:cNvPr>
          <p:cNvSpPr txBox="1"/>
          <p:nvPr/>
        </p:nvSpPr>
        <p:spPr>
          <a:xfrm>
            <a:off x="1708878" y="1455124"/>
            <a:ext cx="2068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Flowchart: Decision 29">
            <a:extLst>
              <a:ext uri="{FF2B5EF4-FFF2-40B4-BE49-F238E27FC236}">
                <a16:creationId xmlns:a16="http://schemas.microsoft.com/office/drawing/2014/main" id="{0943DE9B-CC9A-07FB-1628-328E30C28A1B}"/>
              </a:ext>
            </a:extLst>
          </p:cNvPr>
          <p:cNvSpPr/>
          <p:nvPr/>
        </p:nvSpPr>
        <p:spPr>
          <a:xfrm>
            <a:off x="1539737" y="2963065"/>
            <a:ext cx="2113613" cy="1563966"/>
          </a:xfrm>
          <a:prstGeom prst="flowChartDecision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BE4C1D8-12AF-8389-488B-131A32385359}"/>
              </a:ext>
            </a:extLst>
          </p:cNvPr>
          <p:cNvSpPr/>
          <p:nvPr/>
        </p:nvSpPr>
        <p:spPr>
          <a:xfrm>
            <a:off x="1514008" y="5207827"/>
            <a:ext cx="2413416" cy="1191692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FF748F0-71E6-6AD0-1C79-305BFB1E3B3F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2596543" y="2159050"/>
            <a:ext cx="1" cy="804015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720313B-7B5B-8206-C248-B8CE0D61A645}"/>
              </a:ext>
            </a:extLst>
          </p:cNvPr>
          <p:cNvCxnSpPr>
            <a:stCxn id="30" idx="2"/>
          </p:cNvCxnSpPr>
          <p:nvPr/>
        </p:nvCxnSpPr>
        <p:spPr>
          <a:xfrm flipH="1">
            <a:off x="2589048" y="4527031"/>
            <a:ext cx="7496" cy="680796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316D9A99-9002-7F05-84B1-4717DA2C23D4}"/>
              </a:ext>
            </a:extLst>
          </p:cNvPr>
          <p:cNvSpPr txBox="1"/>
          <p:nvPr/>
        </p:nvSpPr>
        <p:spPr>
          <a:xfrm>
            <a:off x="1858780" y="3429000"/>
            <a:ext cx="164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RESERVE</a:t>
            </a:r>
            <a:endParaRPr lang="en-IN" sz="28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C4A91AD-EC19-CCA5-12C1-E56FFF89E3CA}"/>
              </a:ext>
            </a:extLst>
          </p:cNvPr>
          <p:cNvSpPr txBox="1"/>
          <p:nvPr/>
        </p:nvSpPr>
        <p:spPr>
          <a:xfrm>
            <a:off x="1431822" y="5402876"/>
            <a:ext cx="3075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RESERVATION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Diamond 52">
            <a:extLst>
              <a:ext uri="{FF2B5EF4-FFF2-40B4-BE49-F238E27FC236}">
                <a16:creationId xmlns:a16="http://schemas.microsoft.com/office/drawing/2014/main" id="{B5555DC0-0905-7FB1-31AB-585F57B3C4F9}"/>
              </a:ext>
            </a:extLst>
          </p:cNvPr>
          <p:cNvSpPr/>
          <p:nvPr/>
        </p:nvSpPr>
        <p:spPr>
          <a:xfrm>
            <a:off x="9421320" y="2963065"/>
            <a:ext cx="2113613" cy="1563966"/>
          </a:xfrm>
          <a:prstGeom prst="diamond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8C27CE3-E81F-DE51-657C-812CE37723F2}"/>
              </a:ext>
            </a:extLst>
          </p:cNvPr>
          <p:cNvSpPr/>
          <p:nvPr/>
        </p:nvSpPr>
        <p:spPr>
          <a:xfrm>
            <a:off x="9271419" y="5207827"/>
            <a:ext cx="2413416" cy="1191692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140D3C9-2895-2A38-90E0-C3DA5F774D60}"/>
              </a:ext>
            </a:extLst>
          </p:cNvPr>
          <p:cNvCxnSpPr>
            <a:cxnSpLocks/>
          </p:cNvCxnSpPr>
          <p:nvPr/>
        </p:nvCxnSpPr>
        <p:spPr>
          <a:xfrm>
            <a:off x="10494898" y="2138971"/>
            <a:ext cx="0" cy="824094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5B2948D-4203-6071-D27C-47E2E1606388}"/>
              </a:ext>
            </a:extLst>
          </p:cNvPr>
          <p:cNvCxnSpPr>
            <a:stCxn id="53" idx="2"/>
            <a:endCxn id="54" idx="0"/>
          </p:cNvCxnSpPr>
          <p:nvPr/>
        </p:nvCxnSpPr>
        <p:spPr>
          <a:xfrm>
            <a:off x="10478127" y="4527031"/>
            <a:ext cx="0" cy="680796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31072209-1361-3FCB-2B5F-113F1BE402FC}"/>
              </a:ext>
            </a:extLst>
          </p:cNvPr>
          <p:cNvSpPr txBox="1"/>
          <p:nvPr/>
        </p:nvSpPr>
        <p:spPr>
          <a:xfrm>
            <a:off x="9670946" y="3429000"/>
            <a:ext cx="1863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BELONGS</a:t>
            </a:r>
            <a:endParaRPr lang="en-IN" sz="28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79B775A-C6B4-B3BE-794B-F1F42BF80AD8}"/>
              </a:ext>
            </a:extLst>
          </p:cNvPr>
          <p:cNvSpPr txBox="1"/>
          <p:nvPr/>
        </p:nvSpPr>
        <p:spPr>
          <a:xfrm>
            <a:off x="10011109" y="5597972"/>
            <a:ext cx="984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C61C05C-57FD-34E2-B454-360289F6E1F4}"/>
              </a:ext>
            </a:extLst>
          </p:cNvPr>
          <p:cNvSpPr/>
          <p:nvPr/>
        </p:nvSpPr>
        <p:spPr>
          <a:xfrm>
            <a:off x="4710156" y="2963065"/>
            <a:ext cx="3090573" cy="960367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DD025597-D3F4-C806-6F56-3A161C5D7373}"/>
              </a:ext>
            </a:extLst>
          </p:cNvPr>
          <p:cNvSpPr txBox="1"/>
          <p:nvPr/>
        </p:nvSpPr>
        <p:spPr>
          <a:xfrm>
            <a:off x="4701069" y="3246498"/>
            <a:ext cx="3909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BORROW_RECORD</a:t>
            </a:r>
            <a:endParaRPr lang="en-IN" sz="2800" dirty="0"/>
          </a:p>
        </p:txBody>
      </p:sp>
      <p:sp>
        <p:nvSpPr>
          <p:cNvPr id="1026" name="Flowchart: Decision 1025">
            <a:extLst>
              <a:ext uri="{FF2B5EF4-FFF2-40B4-BE49-F238E27FC236}">
                <a16:creationId xmlns:a16="http://schemas.microsoft.com/office/drawing/2014/main" id="{3D4855D1-44CB-E24D-0FB2-DE459DAE5EB1}"/>
              </a:ext>
            </a:extLst>
          </p:cNvPr>
          <p:cNvSpPr/>
          <p:nvPr/>
        </p:nvSpPr>
        <p:spPr>
          <a:xfrm>
            <a:off x="5502148" y="4206865"/>
            <a:ext cx="1738863" cy="1307025"/>
          </a:xfrm>
          <a:prstGeom prst="flowChartDecision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FD7DAA71-4F90-4912-419E-5ECCF85181EF}"/>
              </a:ext>
            </a:extLst>
          </p:cNvPr>
          <p:cNvSpPr/>
          <p:nvPr/>
        </p:nvSpPr>
        <p:spPr>
          <a:xfrm>
            <a:off x="4701069" y="5926096"/>
            <a:ext cx="3099660" cy="784670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16AEDAAD-32FF-FE0E-23C9-7AE2423A23E3}"/>
              </a:ext>
            </a:extLst>
          </p:cNvPr>
          <p:cNvCxnSpPr/>
          <p:nvPr/>
        </p:nvCxnSpPr>
        <p:spPr>
          <a:xfrm>
            <a:off x="6416298" y="3923432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704C793D-A8A8-EC3F-A0A9-FBAC2D6A3D21}"/>
              </a:ext>
            </a:extLst>
          </p:cNvPr>
          <p:cNvCxnSpPr>
            <a:stCxn id="1026" idx="2"/>
          </p:cNvCxnSpPr>
          <p:nvPr/>
        </p:nvCxnSpPr>
        <p:spPr>
          <a:xfrm flipH="1">
            <a:off x="6354305" y="5513890"/>
            <a:ext cx="17275" cy="412206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8BFCBB92-C79B-FB5F-DA3F-AA3E84C5C9C4}"/>
              </a:ext>
            </a:extLst>
          </p:cNvPr>
          <p:cNvCxnSpPr>
            <a:endCxn id="1026" idx="0"/>
          </p:cNvCxnSpPr>
          <p:nvPr/>
        </p:nvCxnSpPr>
        <p:spPr>
          <a:xfrm>
            <a:off x="6371580" y="3923432"/>
            <a:ext cx="0" cy="283433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8" name="TextBox 1037">
            <a:extLst>
              <a:ext uri="{FF2B5EF4-FFF2-40B4-BE49-F238E27FC236}">
                <a16:creationId xmlns:a16="http://schemas.microsoft.com/office/drawing/2014/main" id="{9F0A2CB5-601F-9848-2C09-2C0719CD0812}"/>
              </a:ext>
            </a:extLst>
          </p:cNvPr>
          <p:cNvSpPr txBox="1"/>
          <p:nvPr/>
        </p:nvSpPr>
        <p:spPr>
          <a:xfrm>
            <a:off x="5957832" y="4619072"/>
            <a:ext cx="975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5C3BEC84-19FD-03B5-F04A-6F59CA982A5E}"/>
              </a:ext>
            </a:extLst>
          </p:cNvPr>
          <p:cNvSpPr txBox="1"/>
          <p:nvPr/>
        </p:nvSpPr>
        <p:spPr>
          <a:xfrm>
            <a:off x="5197259" y="6121192"/>
            <a:ext cx="2162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D321F224-7C77-6F67-7E7C-0ED9A4298A96}"/>
              </a:ext>
            </a:extLst>
          </p:cNvPr>
          <p:cNvSpPr txBox="1"/>
          <p:nvPr/>
        </p:nvSpPr>
        <p:spPr>
          <a:xfrm>
            <a:off x="2107769" y="216976"/>
            <a:ext cx="8028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(CONCEPTUAL DESIGN)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492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6C99AD-0465-6024-5833-6858A7C0FF4E}"/>
              </a:ext>
            </a:extLst>
          </p:cNvPr>
          <p:cNvSpPr txBox="1"/>
          <p:nvPr/>
        </p:nvSpPr>
        <p:spPr>
          <a:xfrm>
            <a:off x="2588217" y="185981"/>
            <a:ext cx="8663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TABLES AND COLUMNS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D2291D-9ABF-A3F3-260A-7803978D1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305" y="1611822"/>
            <a:ext cx="6149841" cy="2094191"/>
          </a:xfrm>
          <a:prstGeom prst="rect">
            <a:avLst/>
          </a:prstGeom>
          <a:ln w="38100">
            <a:solidFill>
              <a:schemeClr val="accent1">
                <a:shade val="15000"/>
              </a:schemeClr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BDC3A5C-4E2C-774F-386A-13D40658DA64}"/>
              </a:ext>
            </a:extLst>
          </p:cNvPr>
          <p:cNvSpPr/>
          <p:nvPr/>
        </p:nvSpPr>
        <p:spPr>
          <a:xfrm>
            <a:off x="123986" y="898902"/>
            <a:ext cx="4773478" cy="584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92D50C-974D-2FAD-3DCC-69D9F38B38C5}"/>
              </a:ext>
            </a:extLst>
          </p:cNvPr>
          <p:cNvSpPr txBox="1"/>
          <p:nvPr/>
        </p:nvSpPr>
        <p:spPr>
          <a:xfrm>
            <a:off x="8803035" y="3864936"/>
            <a:ext cx="303766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777925-BDA1-854E-A03F-8DFA60955C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464" y="4506441"/>
            <a:ext cx="6153274" cy="1326779"/>
          </a:xfrm>
          <a:prstGeom prst="rect">
            <a:avLst/>
          </a:prstGeom>
          <a:ln w="38100">
            <a:solidFill>
              <a:schemeClr val="accent1">
                <a:shade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37182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A206F87-C837-BC26-7ACD-D7CE448A815B}"/>
              </a:ext>
            </a:extLst>
          </p:cNvPr>
          <p:cNvSpPr txBox="1"/>
          <p:nvPr/>
        </p:nvSpPr>
        <p:spPr>
          <a:xfrm>
            <a:off x="806188" y="278969"/>
            <a:ext cx="3200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FDE3CF-972F-591F-3C29-AB59316B8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894" y="941674"/>
            <a:ext cx="7485681" cy="2188984"/>
          </a:xfrm>
          <a:prstGeom prst="rect">
            <a:avLst/>
          </a:prstGeom>
          <a:ln w="38100">
            <a:solidFill>
              <a:schemeClr val="accent1">
                <a:shade val="15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9BFC6B-4AA2-6748-79B3-331C972E8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6881" y="4403617"/>
            <a:ext cx="5988804" cy="1989604"/>
          </a:xfrm>
          <a:prstGeom prst="rect">
            <a:avLst/>
          </a:prstGeom>
          <a:ln w="38100">
            <a:solidFill>
              <a:schemeClr val="accent1">
                <a:shade val="15000"/>
              </a:schemeClr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E64961B-AD1D-E8CE-4ADE-52725EA17604}"/>
              </a:ext>
            </a:extLst>
          </p:cNvPr>
          <p:cNvSpPr txBox="1"/>
          <p:nvPr/>
        </p:nvSpPr>
        <p:spPr>
          <a:xfrm>
            <a:off x="7981627" y="3859079"/>
            <a:ext cx="366405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BORROW_RECORDS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228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B118E5-D5AA-98C5-2013-56237EF8D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79" y="1127663"/>
            <a:ext cx="8265117" cy="183251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68FCF4-7C4F-ACDA-7628-BC33D42F5F22}"/>
              </a:ext>
            </a:extLst>
          </p:cNvPr>
          <p:cNvSpPr txBox="1"/>
          <p:nvPr/>
        </p:nvSpPr>
        <p:spPr>
          <a:xfrm>
            <a:off x="770394" y="495946"/>
            <a:ext cx="5134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RESERVATIONS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CF69EF-F8B8-0D59-AD05-8BBE3BF3D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475" y="4510007"/>
            <a:ext cx="7098223" cy="170610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AD6945-A499-6A9E-28E0-4D9588482354}"/>
              </a:ext>
            </a:extLst>
          </p:cNvPr>
          <p:cNvSpPr txBox="1"/>
          <p:nvPr/>
        </p:nvSpPr>
        <p:spPr>
          <a:xfrm>
            <a:off x="10073898" y="3905573"/>
            <a:ext cx="1828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FINES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379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6BBC527-A992-14F4-3067-56139B911D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3034449"/>
              </p:ext>
            </p:extLst>
          </p:nvPr>
        </p:nvGraphicFramePr>
        <p:xfrm>
          <a:off x="1012114" y="1286336"/>
          <a:ext cx="7056000" cy="1546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257936" imgH="1152673" progId="Excel.Sheet.12">
                  <p:embed/>
                </p:oleObj>
              </mc:Choice>
              <mc:Fallback>
                <p:oleObj name="Worksheet" r:id="rId3" imgW="5257936" imgH="1152673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B6BBC527-A992-14F4-3067-56139B911D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12114" y="1286336"/>
                        <a:ext cx="7056000" cy="1546681"/>
                      </a:xfrm>
                      <a:prstGeom prst="rect">
                        <a:avLst/>
                      </a:prstGeom>
                      <a:solidFill>
                        <a:schemeClr val="bg1">
                          <a:alpha val="35000"/>
                        </a:schemeClr>
                      </a:solidFill>
                      <a:ln w="38100">
                        <a:solidFill>
                          <a:schemeClr val="accent1">
                            <a:shade val="1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2BCC35F-3A1F-C452-47E7-DD8A71E613C2}"/>
              </a:ext>
            </a:extLst>
          </p:cNvPr>
          <p:cNvSpPr txBox="1"/>
          <p:nvPr/>
        </p:nvSpPr>
        <p:spPr>
          <a:xfrm>
            <a:off x="3952068" y="294468"/>
            <a:ext cx="7625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OF TABLES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6C9C-EFDB-41F5-9A32-EF55B4B1C8AB}"/>
              </a:ext>
            </a:extLst>
          </p:cNvPr>
          <p:cNvSpPr txBox="1"/>
          <p:nvPr/>
        </p:nvSpPr>
        <p:spPr>
          <a:xfrm>
            <a:off x="1012114" y="663800"/>
            <a:ext cx="3110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C5D4EB1-F70E-C7FD-6CA2-AA77425A67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5131934"/>
              </p:ext>
            </p:extLst>
          </p:nvPr>
        </p:nvGraphicFramePr>
        <p:xfrm>
          <a:off x="6230318" y="4024983"/>
          <a:ext cx="4448015" cy="1546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838404" imgH="1152673" progId="Excel.Sheet.12">
                  <p:embed/>
                </p:oleObj>
              </mc:Choice>
              <mc:Fallback>
                <p:oleObj name="Worksheet" r:id="rId5" imgW="1838404" imgH="1152673" progId="Excel.Shee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9C5D4EB1-F70E-C7FD-6CA2-AA77425A67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30318" y="4024983"/>
                        <a:ext cx="4448015" cy="1546681"/>
                      </a:xfrm>
                      <a:prstGeom prst="rect">
                        <a:avLst/>
                      </a:prstGeom>
                      <a:ln w="38100">
                        <a:solidFill>
                          <a:schemeClr val="accent1">
                            <a:shade val="1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9EE5EEF-F71B-F929-1D53-4A0A403EDD86}"/>
              </a:ext>
            </a:extLst>
          </p:cNvPr>
          <p:cNvSpPr txBox="1"/>
          <p:nvPr/>
        </p:nvSpPr>
        <p:spPr>
          <a:xfrm>
            <a:off x="6096000" y="3429000"/>
            <a:ext cx="4179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451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1DA1508-7280-84CB-1FAB-3DDA9F932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00" y="709200"/>
            <a:ext cx="11016000" cy="2455092"/>
          </a:xfrm>
          <a:prstGeom prst="rect">
            <a:avLst/>
          </a:prstGeom>
          <a:ln w="38100">
            <a:solidFill>
              <a:schemeClr val="accent1">
                <a:shade val="15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8598D1-91C5-15B8-901A-867E0729B472}"/>
              </a:ext>
            </a:extLst>
          </p:cNvPr>
          <p:cNvSpPr txBox="1"/>
          <p:nvPr/>
        </p:nvSpPr>
        <p:spPr>
          <a:xfrm>
            <a:off x="464949" y="185980"/>
            <a:ext cx="4788976" cy="52322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58B7871C-45F3-961D-8BC7-E2A63A1C95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1278160"/>
              </p:ext>
            </p:extLst>
          </p:nvPr>
        </p:nvGraphicFramePr>
        <p:xfrm>
          <a:off x="2510725" y="4710603"/>
          <a:ext cx="9615873" cy="2188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7162870" imgH="1152673" progId="Excel.Sheet.12">
                  <p:embed/>
                </p:oleObj>
              </mc:Choice>
              <mc:Fallback>
                <p:oleObj name="Worksheet" r:id="rId4" imgW="7162870" imgH="1152673" progId="Excel.Sheet.12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58B7871C-45F3-961D-8BC7-E2A63A1C95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10725" y="4710603"/>
                        <a:ext cx="9615873" cy="2188464"/>
                      </a:xfrm>
                      <a:prstGeom prst="rect">
                        <a:avLst/>
                      </a:prstGeom>
                      <a:ln w="38100">
                        <a:solidFill>
                          <a:schemeClr val="accent1">
                            <a:shade val="1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77B4504-E778-5963-F422-4B78E03A6697}"/>
              </a:ext>
            </a:extLst>
          </p:cNvPr>
          <p:cNvSpPr txBox="1"/>
          <p:nvPr/>
        </p:nvSpPr>
        <p:spPr>
          <a:xfrm>
            <a:off x="8245098" y="3888990"/>
            <a:ext cx="3611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BORROW_RECORDS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989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676BE3-F0E5-7310-9BAD-A3F15AD29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49" y="976393"/>
            <a:ext cx="9040376" cy="2200760"/>
          </a:xfrm>
          <a:prstGeom prst="rect">
            <a:avLst/>
          </a:prstGeom>
          <a:ln w="38100">
            <a:solidFill>
              <a:schemeClr val="accent1">
                <a:shade val="15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5D18E7-EE23-A225-BE0A-B1954C2DAA0B}"/>
              </a:ext>
            </a:extLst>
          </p:cNvPr>
          <p:cNvSpPr txBox="1"/>
          <p:nvPr/>
        </p:nvSpPr>
        <p:spPr>
          <a:xfrm>
            <a:off x="692749" y="170481"/>
            <a:ext cx="4328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RESERVATIONS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C29E4C-D119-5847-6916-7552D48D4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724" y="4293031"/>
            <a:ext cx="6842017" cy="2045776"/>
          </a:xfrm>
          <a:prstGeom prst="rect">
            <a:avLst/>
          </a:prstGeom>
          <a:ln w="38100">
            <a:solidFill>
              <a:schemeClr val="accent1">
                <a:shade val="15000"/>
              </a:schemeClr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5BC52DC-23EA-6B7A-8A46-438663027A63}"/>
              </a:ext>
            </a:extLst>
          </p:cNvPr>
          <p:cNvSpPr/>
          <p:nvPr/>
        </p:nvSpPr>
        <p:spPr>
          <a:xfrm>
            <a:off x="8214102" y="3429000"/>
            <a:ext cx="3037667" cy="6315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FINES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911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2C4631-A8B6-C355-A1ED-D5992C1CF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311" y="1982330"/>
            <a:ext cx="5114442" cy="144667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28468C-E121-139D-2664-D0897B3591D8}"/>
              </a:ext>
            </a:extLst>
          </p:cNvPr>
          <p:cNvSpPr txBox="1"/>
          <p:nvPr/>
        </p:nvSpPr>
        <p:spPr>
          <a:xfrm>
            <a:off x="1410347" y="774915"/>
            <a:ext cx="99189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ALL MEMBERS WITH THEIR NAMES AND EMAILS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014998-42DF-ED22-8814-A45DDD0710C6}"/>
              </a:ext>
            </a:extLst>
          </p:cNvPr>
          <p:cNvSpPr txBox="1"/>
          <p:nvPr/>
        </p:nvSpPr>
        <p:spPr>
          <a:xfrm>
            <a:off x="1720311" y="1442437"/>
            <a:ext cx="7563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name, email from MEMBERS;</a:t>
            </a:r>
            <a:endParaRPr lang="en-IN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77B023-7399-DB03-1EE5-E1030241A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200186"/>
            <a:ext cx="4839619" cy="113137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5A8A275-48CE-1578-8339-4BE5A00CF98C}"/>
              </a:ext>
            </a:extLst>
          </p:cNvPr>
          <p:cNvSpPr txBox="1"/>
          <p:nvPr/>
        </p:nvSpPr>
        <p:spPr>
          <a:xfrm>
            <a:off x="3094494" y="3938759"/>
            <a:ext cx="9097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HOW MANY MEMBERS ARE REGISTERED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CBF742-0684-334D-5BDA-24C0C093A7C8}"/>
              </a:ext>
            </a:extLst>
          </p:cNvPr>
          <p:cNvSpPr txBox="1"/>
          <p:nvPr/>
        </p:nvSpPr>
        <p:spPr>
          <a:xfrm>
            <a:off x="3853914" y="4461979"/>
            <a:ext cx="8338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COUNT(*) AS total _members FROM MEMBERS;</a:t>
            </a:r>
            <a:endParaRPr lang="en-IN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632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BA810A-F87A-BF87-C6D8-8798A964B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689" y="1791893"/>
            <a:ext cx="6561918" cy="152562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05D692-3E3F-F3BF-48F7-512403DBBD29}"/>
              </a:ext>
            </a:extLst>
          </p:cNvPr>
          <p:cNvSpPr txBox="1"/>
          <p:nvPr/>
        </p:nvSpPr>
        <p:spPr>
          <a:xfrm>
            <a:off x="1286359" y="712922"/>
            <a:ext cx="9438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1F6DB6-7F2C-E29A-6102-880577E58366}"/>
              </a:ext>
            </a:extLst>
          </p:cNvPr>
          <p:cNvSpPr txBox="1"/>
          <p:nvPr/>
        </p:nvSpPr>
        <p:spPr>
          <a:xfrm>
            <a:off x="1467173" y="294468"/>
            <a:ext cx="87307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ALL BOOKS AND THEIR CATEGORIES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737953-AE91-60F4-6921-7D6E9B85B893}"/>
              </a:ext>
            </a:extLst>
          </p:cNvPr>
          <p:cNvSpPr txBox="1"/>
          <p:nvPr/>
        </p:nvSpPr>
        <p:spPr>
          <a:xfrm>
            <a:off x="1605689" y="836909"/>
            <a:ext cx="99560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BOOKS.Title, CATEGORIES.category_name FROM Books JOIN CATEGORIES  ON BOOKS.category_id = CATEGORIES.category_id;</a:t>
            </a:r>
            <a:endParaRPr lang="en-IN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8266F9-45F1-A9BC-9CC3-88533EFCA7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593" y="5448864"/>
            <a:ext cx="5698210" cy="139242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2DBC1F-9CC5-08F6-5331-B3BAFFDD560E}"/>
              </a:ext>
            </a:extLst>
          </p:cNvPr>
          <p:cNvSpPr txBox="1"/>
          <p:nvPr/>
        </p:nvSpPr>
        <p:spPr>
          <a:xfrm>
            <a:off x="1467173" y="3859078"/>
            <a:ext cx="10435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HOW MANY BOOKS BELONGS TO EACH CATEGORY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35988B-FDF5-E71E-95C5-3D7FF2825501}"/>
              </a:ext>
            </a:extLst>
          </p:cNvPr>
          <p:cNvSpPr txBox="1"/>
          <p:nvPr/>
        </p:nvSpPr>
        <p:spPr>
          <a:xfrm>
            <a:off x="1720312" y="4382297"/>
            <a:ext cx="101823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c.category_name, COUNT(b.book_id) AS total_booksFROM Books bJOIN CATEGORIES c ON b.category_id = c.category_id</a:t>
            </a:r>
          </a:p>
          <a:p>
            <a:r>
              <a:rPr lang="en-GB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c.category_name;</a:t>
            </a:r>
            <a:endParaRPr lang="en-IN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010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71B4A1-1E41-7F61-C0A0-6D98D87A9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01" y="2305526"/>
            <a:ext cx="2663206" cy="9013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39EEAB-8E31-604E-5F2C-8E2348E51642}"/>
              </a:ext>
            </a:extLst>
          </p:cNvPr>
          <p:cNvSpPr txBox="1"/>
          <p:nvPr/>
        </p:nvSpPr>
        <p:spPr>
          <a:xfrm>
            <a:off x="743920" y="712922"/>
            <a:ext cx="11329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TOTAL NUMBER OF AVAILABLE COPIES OF ALL BOOKS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F4E0BE-6442-58C2-5A8B-9B3F395C1388}"/>
              </a:ext>
            </a:extLst>
          </p:cNvPr>
          <p:cNvSpPr txBox="1"/>
          <p:nvPr/>
        </p:nvSpPr>
        <p:spPr>
          <a:xfrm>
            <a:off x="743919" y="1400735"/>
            <a:ext cx="9980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SUM(available_copies) AS total_available_books FROM BOOKS</a:t>
            </a:r>
            <a:r>
              <a:rPr lang="en-GB" dirty="0"/>
              <a:t>;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2BBE2C-40CF-EB45-5F9B-888989621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7333" y="4773477"/>
            <a:ext cx="3836396" cy="85240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EB4805-2382-741E-B237-371E0A3C679A}"/>
              </a:ext>
            </a:extLst>
          </p:cNvPr>
          <p:cNvSpPr txBox="1"/>
          <p:nvPr/>
        </p:nvSpPr>
        <p:spPr>
          <a:xfrm>
            <a:off x="4122549" y="3450234"/>
            <a:ext cx="8601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AVERAGE FINE CHARGED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F7AF36-7290-6267-3C36-4F4C077A8296}"/>
              </a:ext>
            </a:extLst>
          </p:cNvPr>
          <p:cNvSpPr txBox="1"/>
          <p:nvPr/>
        </p:nvSpPr>
        <p:spPr>
          <a:xfrm>
            <a:off x="4122549" y="4142633"/>
            <a:ext cx="7950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AVG(fine_amount) AS average_fine FROM FINES;</a:t>
            </a:r>
            <a:endParaRPr lang="en-IN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883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F1B437-BF5A-11F8-C8F9-D12DDEF73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13" y="2347186"/>
            <a:ext cx="7466228" cy="108181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859F51-841B-57DB-8C30-580B99143536}"/>
              </a:ext>
            </a:extLst>
          </p:cNvPr>
          <p:cNvSpPr txBox="1"/>
          <p:nvPr/>
        </p:nvSpPr>
        <p:spPr>
          <a:xfrm>
            <a:off x="805913" y="526942"/>
            <a:ext cx="8756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OVERDUE BOOKS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DEB1F7-337D-CCF5-2AA2-028AE8A56670}"/>
              </a:ext>
            </a:extLst>
          </p:cNvPr>
          <p:cNvSpPr txBox="1"/>
          <p:nvPr/>
        </p:nvSpPr>
        <p:spPr>
          <a:xfrm>
            <a:off x="805913" y="1050162"/>
            <a:ext cx="112052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m.name, b.title, br.due_dateFROM Borrow_records brJOIN MEMBERS m ON br.member_id = m.member_idJOIN BOOKS b ON br.book_id = b.book_idWHERE br.return_date IS NULL AND br.due_date &lt;'2025-09-20';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EDDF88-9896-C01B-66F3-A9925FE2205F}"/>
              </a:ext>
            </a:extLst>
          </p:cNvPr>
          <p:cNvSpPr txBox="1"/>
          <p:nvPr/>
        </p:nvSpPr>
        <p:spPr>
          <a:xfrm>
            <a:off x="3347634" y="3675287"/>
            <a:ext cx="86635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BOOKS THAT ARE CURRENTLY AVAILABLE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798101-472B-B0BD-71DB-FDD5959A3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183" y="5250061"/>
            <a:ext cx="6261314" cy="145295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193D82-0F39-BB54-E719-86B0FB5AF2D2}"/>
              </a:ext>
            </a:extLst>
          </p:cNvPr>
          <p:cNvSpPr txBox="1"/>
          <p:nvPr/>
        </p:nvSpPr>
        <p:spPr>
          <a:xfrm>
            <a:off x="3347634" y="4198507"/>
            <a:ext cx="86635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title, available_copiesFROM BOOKS WHERE available_copies &gt; 0;</a:t>
            </a:r>
            <a:endParaRPr lang="en-IN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698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437E59-EFE8-AEED-8A5F-AEDB73954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145" y="2172111"/>
            <a:ext cx="3437234" cy="72309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A7CDBC-3058-7AF1-0FC6-017E3BD0CB95}"/>
              </a:ext>
            </a:extLst>
          </p:cNvPr>
          <p:cNvSpPr txBox="1"/>
          <p:nvPr/>
        </p:nvSpPr>
        <p:spPr>
          <a:xfrm>
            <a:off x="533803" y="335042"/>
            <a:ext cx="10597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ALL MEMBERS WHO HAVE NO FINES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7843BD-BE3E-0049-67E3-3E6E91CB78E4}"/>
              </a:ext>
            </a:extLst>
          </p:cNvPr>
          <p:cNvSpPr txBox="1"/>
          <p:nvPr/>
        </p:nvSpPr>
        <p:spPr>
          <a:xfrm>
            <a:off x="533803" y="872425"/>
            <a:ext cx="113042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m.nameFROM MEMBERS mWHERE m.member_id NOT IN (    SELECT br.member_id    FROM FINES f    JOIN Borrow_records br ON f.borrow_id = br.borrow_id);</a:t>
            </a:r>
            <a:endParaRPr lang="en-IN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B2260F-A372-76E1-415E-0F224454B239}"/>
              </a:ext>
            </a:extLst>
          </p:cNvPr>
          <p:cNvSpPr txBox="1"/>
          <p:nvPr/>
        </p:nvSpPr>
        <p:spPr>
          <a:xfrm>
            <a:off x="1301454" y="3208303"/>
            <a:ext cx="104768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MEMBERS WHO BORROWED BOOKS BUT HAVEN’T RETURNED YET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B9E912-F671-C786-D6F4-BC1AE494D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8020" y="5262565"/>
            <a:ext cx="6803756" cy="127611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F4101C-FC59-75B9-7FC7-76EC24A4E8E0}"/>
              </a:ext>
            </a:extLst>
          </p:cNvPr>
          <p:cNvSpPr txBox="1"/>
          <p:nvPr/>
        </p:nvSpPr>
        <p:spPr>
          <a:xfrm>
            <a:off x="1718616" y="4109695"/>
            <a:ext cx="105853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m.name, b.titleFROM Borrow_records brJOIN MEMBERS m ON br.member_id = m.member_idJOIN BOOKS b ON br.book_id = b.book_idWHERE br.return_date IS NULL;</a:t>
            </a:r>
          </a:p>
        </p:txBody>
      </p:sp>
    </p:spTree>
    <p:extLst>
      <p:ext uri="{BB962C8B-B14F-4D97-AF65-F5344CB8AC3E}">
        <p14:creationId xmlns:p14="http://schemas.microsoft.com/office/powerpoint/2010/main" val="3734540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455BF3-42AB-1C0A-A366-0DA3E3D65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05" y="1530619"/>
            <a:ext cx="5572367" cy="16930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CF1A6C-BC60-1E1B-6231-185071759E7C}"/>
              </a:ext>
            </a:extLst>
          </p:cNvPr>
          <p:cNvSpPr txBox="1"/>
          <p:nvPr/>
        </p:nvSpPr>
        <p:spPr>
          <a:xfrm>
            <a:off x="702590" y="391170"/>
            <a:ext cx="10786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BOOKS THAT ARE CURRENTLY AVAILABLE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284420-AF58-F602-13C1-29AA7E93B884}"/>
              </a:ext>
            </a:extLst>
          </p:cNvPr>
          <p:cNvSpPr txBox="1"/>
          <p:nvPr/>
        </p:nvSpPr>
        <p:spPr>
          <a:xfrm>
            <a:off x="702590" y="914390"/>
            <a:ext cx="10197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title, available_copiesFROM BOOKS WHERE available_copies &gt; 0;</a:t>
            </a:r>
            <a:endParaRPr lang="en-IN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841992-88FD-ABBE-E1B0-4B35827BD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818" y="5672377"/>
            <a:ext cx="4654657" cy="86790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A5A204-24D6-BDC9-F81A-81D944780EE9}"/>
              </a:ext>
            </a:extLst>
          </p:cNvPr>
          <p:cNvSpPr txBox="1"/>
          <p:nvPr/>
        </p:nvSpPr>
        <p:spPr>
          <a:xfrm>
            <a:off x="3045415" y="3746321"/>
            <a:ext cx="8927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MOST BORROWED BOOK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6440FF-B172-9AC5-8DBE-4E256735CB29}"/>
              </a:ext>
            </a:extLst>
          </p:cNvPr>
          <p:cNvSpPr txBox="1"/>
          <p:nvPr/>
        </p:nvSpPr>
        <p:spPr>
          <a:xfrm>
            <a:off x="3270140" y="4409541"/>
            <a:ext cx="84775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Borrow_Records brJOIN Books b ON br.book_id = b.book_idGROUP BY b.titleORDER BY times_borrowed DESC LIMIT 1;</a:t>
            </a:r>
            <a:endParaRPr lang="en-IN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872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A25D1D-E626-BF75-21DF-469663C06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775" y="1944247"/>
            <a:ext cx="4833695" cy="136304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508EE1-3F39-E3DB-C1E9-589FB5CFE60F}"/>
              </a:ext>
            </a:extLst>
          </p:cNvPr>
          <p:cNvSpPr txBox="1"/>
          <p:nvPr/>
        </p:nvSpPr>
        <p:spPr>
          <a:xfrm>
            <a:off x="743920" y="340559"/>
            <a:ext cx="10352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TOP 3 ACTIVE MEMBERS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8CC7B1-FF1C-BC87-DD33-8F5871ED89A9}"/>
              </a:ext>
            </a:extLst>
          </p:cNvPr>
          <p:cNvSpPr txBox="1"/>
          <p:nvPr/>
        </p:nvSpPr>
        <p:spPr>
          <a:xfrm>
            <a:off x="1055659" y="743918"/>
            <a:ext cx="111983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m.name, COUNT(*) AS books_borrowedFROM Borrow_records brJOIN MEMBERS m ON br.member_id = m.member_idGROUP BY m.nameORDER BY books_borrowed DESCLIMIT 3;</a:t>
            </a:r>
            <a:endParaRPr lang="en-IN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4D75DF-739D-8523-654E-9AF25BE36E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915" y="5464605"/>
            <a:ext cx="3247461" cy="81220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8A396B-C7C1-6D8B-336D-B742FCA42593}"/>
              </a:ext>
            </a:extLst>
          </p:cNvPr>
          <p:cNvSpPr txBox="1"/>
          <p:nvPr/>
        </p:nvSpPr>
        <p:spPr>
          <a:xfrm>
            <a:off x="3580108" y="3976393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books that were never borrowed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272C01-B31D-6215-253F-CE51C2621884}"/>
              </a:ext>
            </a:extLst>
          </p:cNvPr>
          <p:cNvSpPr txBox="1"/>
          <p:nvPr/>
        </p:nvSpPr>
        <p:spPr>
          <a:xfrm>
            <a:off x="3942622" y="4499613"/>
            <a:ext cx="80591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b.titleFROM BOOKS bLEFT JOIN Borrow_records br ON b.book_id = br.book_idWHERE br.book_id IS NULL;</a:t>
            </a:r>
            <a:endParaRPr lang="en-IN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225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33544AE-EB3C-DBC5-C576-9C6900A3C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61" y="4511453"/>
            <a:ext cx="9360975" cy="221481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5E921A-B8FC-5E6D-A6FE-297CFEB0612C}"/>
              </a:ext>
            </a:extLst>
          </p:cNvPr>
          <p:cNvSpPr txBox="1"/>
          <p:nvPr/>
        </p:nvSpPr>
        <p:spPr>
          <a:xfrm>
            <a:off x="1270861" y="480197"/>
            <a:ext cx="7950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 to Show All Borrowed Books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66F127-7A73-6C65-4AA9-7F6598A9ECA1}"/>
              </a:ext>
            </a:extLst>
          </p:cNvPr>
          <p:cNvSpPr txBox="1"/>
          <p:nvPr/>
        </p:nvSpPr>
        <p:spPr>
          <a:xfrm>
            <a:off x="1774555" y="1003417"/>
            <a:ext cx="959344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DELIMITER //</a:t>
            </a:r>
          </a:p>
          <a:p>
            <a:r>
              <a:rPr lang="en-I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PROCEDURE ShowBorrowedBooks()</a:t>
            </a:r>
          </a:p>
          <a:p>
            <a:r>
              <a:rPr lang="en-I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    </a:t>
            </a:r>
          </a:p>
          <a:p>
            <a:r>
              <a:rPr lang="en-I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m.name AS Member, b.title AS Book, br.issue_date, br.due_date, br.return_date    FROM Borrow_records </a:t>
            </a:r>
            <a:r>
              <a:rPr lang="en-IN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JOIN MEMBERS m ON br.member_id = m.member_id   </a:t>
            </a:r>
          </a:p>
          <a:p>
            <a:r>
              <a:rPr lang="en-I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JOIN BOOKS b ON br.book_id = </a:t>
            </a:r>
            <a:r>
              <a:rPr lang="en-IN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b.book_id</a:t>
            </a:r>
            <a:r>
              <a:rPr lang="en-I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END//</a:t>
            </a:r>
          </a:p>
          <a:p>
            <a:r>
              <a:rPr lang="en-I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DELIMITER ;</a:t>
            </a:r>
          </a:p>
          <a:p>
            <a:r>
              <a:rPr lang="en-I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 ShowBorrowedBooks;</a:t>
            </a:r>
          </a:p>
        </p:txBody>
      </p:sp>
    </p:spTree>
    <p:extLst>
      <p:ext uri="{BB962C8B-B14F-4D97-AF65-F5344CB8AC3E}">
        <p14:creationId xmlns:p14="http://schemas.microsoft.com/office/powerpoint/2010/main" val="1406619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4CF5C3-5328-8CF7-9AD3-E02892A0E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076" y="3682312"/>
            <a:ext cx="3779848" cy="13107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42B924-3FB2-8EC6-A172-EE83AFF23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4046" y="1585965"/>
            <a:ext cx="8894835" cy="6462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4860EE-1C36-08EE-B6F4-3A21BCA3C1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9993" y="2390707"/>
            <a:ext cx="10894496" cy="101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9012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215772-0DF0-103B-D279-A86D721353E8}"/>
              </a:ext>
            </a:extLst>
          </p:cNvPr>
          <p:cNvSpPr txBox="1"/>
          <p:nvPr/>
        </p:nvSpPr>
        <p:spPr>
          <a:xfrm>
            <a:off x="7700075" y="5283279"/>
            <a:ext cx="4773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A83110-4D6D-AA1B-558E-0EB2D2CF66B3}"/>
              </a:ext>
            </a:extLst>
          </p:cNvPr>
          <p:cNvSpPr txBox="1"/>
          <p:nvPr/>
        </p:nvSpPr>
        <p:spPr>
          <a:xfrm>
            <a:off x="4491925" y="2293748"/>
            <a:ext cx="32081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BY USING SQL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4817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502</TotalTime>
  <Words>626</Words>
  <Application>Microsoft Office PowerPoint</Application>
  <PresentationFormat>Widescreen</PresentationFormat>
  <Paragraphs>67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Black</vt:lpstr>
      <vt:lpstr>Times New Roman</vt:lpstr>
      <vt:lpstr>Tw Cen MT</vt:lpstr>
      <vt:lpstr>Tw Cen MT Condensed</vt:lpstr>
      <vt:lpstr>Wingdings 3</vt:lpstr>
      <vt:lpstr>Integral</vt:lpstr>
      <vt:lpstr>Microsoft Excel 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ABINAYA SINGARAVELAN</dc:creator>
  <cp:lastModifiedBy>ABINAYA SINGARAVELAN</cp:lastModifiedBy>
  <cp:revision>1</cp:revision>
  <dcterms:created xsi:type="dcterms:W3CDTF">2025-09-30T06:12:23Z</dcterms:created>
  <dcterms:modified xsi:type="dcterms:W3CDTF">2025-09-30T19:41:28Z</dcterms:modified>
</cp:coreProperties>
</file>